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omments/modernComment_1AD_AB47870C.xml" ContentType="application/vnd.ms-powerpoint.comment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8" r:id="rId4"/>
    <p:sldMasterId id="2147483677" r:id="rId5"/>
    <p:sldMasterId id="2147483779" r:id="rId6"/>
    <p:sldMasterId id="2147483797" r:id="rId7"/>
    <p:sldMasterId id="2147483802" r:id="rId8"/>
    <p:sldMasterId id="2147483820" r:id="rId9"/>
  </p:sldMasterIdLst>
  <p:notesMasterIdLst>
    <p:notesMasterId r:id="rId19"/>
  </p:notesMasterIdLst>
  <p:handoutMasterIdLst>
    <p:handoutMasterId r:id="rId20"/>
  </p:handoutMasterIdLst>
  <p:sldIdLst>
    <p:sldId id="432" r:id="rId10"/>
    <p:sldId id="428" r:id="rId11"/>
    <p:sldId id="433" r:id="rId12"/>
    <p:sldId id="437" r:id="rId13"/>
    <p:sldId id="438" r:id="rId14"/>
    <p:sldId id="439" r:id="rId15"/>
    <p:sldId id="429" r:id="rId16"/>
    <p:sldId id="434" r:id="rId17"/>
    <p:sldId id="436" r:id="rId18"/>
  </p:sldIdLst>
  <p:sldSz cx="12192000" cy="6858000"/>
  <p:notesSz cx="6954838"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36" userDrawn="1">
          <p15:clr>
            <a:srgbClr val="A4A3A4"/>
          </p15:clr>
        </p15:guide>
        <p15:guide id="2" orient="horz" pos="4027" userDrawn="1">
          <p15:clr>
            <a:srgbClr val="A4A3A4"/>
          </p15:clr>
        </p15:guide>
        <p15:guide id="3" orient="horz" pos="2136" userDrawn="1">
          <p15:clr>
            <a:srgbClr val="A4A3A4"/>
          </p15:clr>
        </p15:guide>
        <p15:guide id="4" orient="horz" pos="1680" userDrawn="1">
          <p15:clr>
            <a:srgbClr val="A4A3A4"/>
          </p15:clr>
        </p15:guide>
        <p15:guide id="5" orient="horz" pos="1368" userDrawn="1">
          <p15:clr>
            <a:srgbClr val="A4A3A4"/>
          </p15:clr>
        </p15:guide>
        <p15:guide id="6" orient="horz" pos="744" userDrawn="1">
          <p15:clr>
            <a:srgbClr val="A4A3A4"/>
          </p15:clr>
        </p15:guide>
        <p15:guide id="7" orient="horz" pos="2626" userDrawn="1">
          <p15:clr>
            <a:srgbClr val="A4A3A4"/>
          </p15:clr>
        </p15:guide>
        <p15:guide id="8" orient="horz" pos="3096" userDrawn="1">
          <p15:clr>
            <a:srgbClr val="A4A3A4"/>
          </p15:clr>
        </p15:guide>
        <p15:guide id="9" orient="horz" pos="3576" userDrawn="1">
          <p15:clr>
            <a:srgbClr val="A4A3A4"/>
          </p15:clr>
        </p15:guide>
        <p15:guide id="10" orient="horz" pos="146" userDrawn="1">
          <p15:clr>
            <a:srgbClr val="A4A3A4"/>
          </p15:clr>
        </p15:guide>
        <p15:guide id="11" orient="horz" pos="4176" userDrawn="1">
          <p15:clr>
            <a:srgbClr val="A4A3A4"/>
          </p15:clr>
        </p15:guide>
        <p15:guide id="12" orient="horz" pos="2064" userDrawn="1">
          <p15:clr>
            <a:srgbClr val="A4A3A4"/>
          </p15:clr>
        </p15:guide>
        <p15:guide id="13" orient="horz" pos="2256" userDrawn="1">
          <p15:clr>
            <a:srgbClr val="A4A3A4"/>
          </p15:clr>
        </p15:guide>
        <p15:guide id="14" orient="horz" pos="1176" userDrawn="1">
          <p15:clr>
            <a:srgbClr val="A4A3A4"/>
          </p15:clr>
        </p15:guide>
        <p15:guide id="15" pos="384" userDrawn="1">
          <p15:clr>
            <a:srgbClr val="A4A3A4"/>
          </p15:clr>
        </p15:guide>
        <p15:guide id="16" pos="7296" userDrawn="1">
          <p15:clr>
            <a:srgbClr val="A4A3A4"/>
          </p15:clr>
        </p15:guide>
        <p15:guide id="17" pos="3840" userDrawn="1">
          <p15:clr>
            <a:srgbClr val="A4A3A4"/>
          </p15:clr>
        </p15:guide>
        <p15:guide id="18" pos="864" userDrawn="1">
          <p15:clr>
            <a:srgbClr val="A4A3A4"/>
          </p15:clr>
        </p15:guide>
        <p15:guide id="19" pos="5567" userDrawn="1">
          <p15:clr>
            <a:srgbClr val="A4A3A4"/>
          </p15:clr>
        </p15:guide>
        <p15:guide id="20" pos="7488" userDrawn="1">
          <p15:clr>
            <a:srgbClr val="A4A3A4"/>
          </p15:clr>
        </p15:guide>
        <p15:guide id="21" pos="224" userDrawn="1">
          <p15:clr>
            <a:srgbClr val="A4A3A4"/>
          </p15:clr>
        </p15:guide>
        <p15:guide id="22" pos="3968" userDrawn="1">
          <p15:clr>
            <a:srgbClr val="A4A3A4"/>
          </p15:clr>
        </p15:guide>
        <p15:guide id="23" pos="372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9CD378-7897-002C-3240-6CCF55070E1F}" name="Joe Montelongo (TMNA)" initials="JM" userId="S::joe.montelongo@toyota.com::5ec36b40-64a6-4cf1-b8ad-ff6f42bddad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icia Milburn" initials="AM" lastIdx="0" clrIdx="0">
    <p:extLst>
      <p:ext uri="{19B8F6BF-5375-455C-9EA6-DF929625EA0E}">
        <p15:presenceInfo xmlns:p15="http://schemas.microsoft.com/office/powerpoint/2012/main" userId="Alicia Milbur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B2C"/>
    <a:srgbClr val="ED1C2B"/>
    <a:srgbClr val="C6E0B4"/>
    <a:srgbClr val="BDD7EE"/>
    <a:srgbClr val="CBDCE4"/>
    <a:srgbClr val="FFFFCC"/>
    <a:srgbClr val="E7EEF2"/>
    <a:srgbClr val="FFFF35"/>
    <a:srgbClr val="FDFFD1"/>
    <a:srgbClr val="5458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57" autoAdjust="0"/>
    <p:restoredTop sz="94660"/>
  </p:normalViewPr>
  <p:slideViewPr>
    <p:cSldViewPr snapToGrid="0">
      <p:cViewPr>
        <p:scale>
          <a:sx n="106" d="100"/>
          <a:sy n="106" d="100"/>
        </p:scale>
        <p:origin x="786" y="78"/>
      </p:cViewPr>
      <p:guideLst>
        <p:guide orient="horz" pos="3936"/>
        <p:guide orient="horz" pos="4027"/>
        <p:guide orient="horz" pos="2136"/>
        <p:guide orient="horz" pos="1680"/>
        <p:guide orient="horz" pos="1368"/>
        <p:guide orient="horz" pos="744"/>
        <p:guide orient="horz" pos="2626"/>
        <p:guide orient="horz" pos="3096"/>
        <p:guide orient="horz" pos="3576"/>
        <p:guide orient="horz" pos="146"/>
        <p:guide orient="horz" pos="4176"/>
        <p:guide orient="horz" pos="2064"/>
        <p:guide orient="horz" pos="2256"/>
        <p:guide orient="horz" pos="1176"/>
        <p:guide pos="384"/>
        <p:guide pos="7296"/>
        <p:guide pos="3840"/>
        <p:guide pos="864"/>
        <p:guide pos="5567"/>
        <p:guide pos="7488"/>
        <p:guide pos="224"/>
        <p:guide pos="3968"/>
        <p:guide pos="372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viewProps" Target="viewProps.xml"/><Relationship Id="rId10" Type="http://schemas.openxmlformats.org/officeDocument/2006/relationships/slide" Target="slides/slide1.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Sheet1!$P$2</c:f>
              <c:strCache>
                <c:ptCount val="1"/>
                <c:pt idx="0">
                  <c:v> R&amp;M Spend  </c:v>
                </c:pt>
              </c:strCache>
            </c:strRef>
          </c:tx>
          <c:spPr>
            <a:ln w="19050" cap="rnd">
              <a:solidFill>
                <a:schemeClr val="accent1"/>
              </a:solidFill>
              <a:round/>
              <a:tailEnd type="stealth"/>
            </a:ln>
            <a:effectLst/>
          </c:spPr>
          <c:marker>
            <c:symbol val="circle"/>
            <c:size val="5"/>
            <c:spPr>
              <a:solidFill>
                <a:schemeClr val="accent1"/>
              </a:solidFill>
              <a:ln w="9525">
                <a:solidFill>
                  <a:schemeClr val="accent1"/>
                </a:solidFill>
              </a:ln>
              <a:effectLst/>
            </c:spPr>
          </c:marker>
          <c:dPt>
            <c:idx val="2"/>
            <c:marker>
              <c:symbol val="circle"/>
              <c:size val="5"/>
              <c:spPr>
                <a:solidFill>
                  <a:srgbClr val="ED1C2B"/>
                </a:solidFill>
                <a:ln w="9525">
                  <a:solidFill>
                    <a:schemeClr val="accent1"/>
                  </a:solidFill>
                </a:ln>
                <a:effectLst/>
              </c:spPr>
            </c:marker>
            <c:bubble3D val="0"/>
            <c:extLst>
              <c:ext xmlns:c16="http://schemas.microsoft.com/office/drawing/2014/chart" uri="{C3380CC4-5D6E-409C-BE32-E72D297353CC}">
                <c16:uniqueId val="{00000000-E9AD-4DC1-BD0E-52278D6D0786}"/>
              </c:ext>
            </c:extLst>
          </c:dPt>
          <c:xVal>
            <c:numRef>
              <c:f>Sheet1!$O$4:$O$8</c:f>
              <c:numCache>
                <c:formatCode>General</c:formatCode>
                <c:ptCount val="5"/>
                <c:pt idx="0">
                  <c:v>2022</c:v>
                </c:pt>
                <c:pt idx="1">
                  <c:v>2023</c:v>
                </c:pt>
                <c:pt idx="2">
                  <c:v>2024</c:v>
                </c:pt>
                <c:pt idx="3">
                  <c:v>2025</c:v>
                </c:pt>
                <c:pt idx="4">
                  <c:v>2026</c:v>
                </c:pt>
              </c:numCache>
            </c:numRef>
          </c:xVal>
          <c:yVal>
            <c:numRef>
              <c:f>Sheet1!$P$4:$P$8</c:f>
              <c:numCache>
                <c:formatCode>_("$"* #,##0.00_);_("$"* \(#,##0.00\);_("$"* "-"??_);_(@_)</c:formatCode>
                <c:ptCount val="5"/>
                <c:pt idx="0">
                  <c:v>266960</c:v>
                </c:pt>
                <c:pt idx="1">
                  <c:v>703824</c:v>
                </c:pt>
                <c:pt idx="2">
                  <c:v>627829</c:v>
                </c:pt>
                <c:pt idx="3">
                  <c:v>731687</c:v>
                </c:pt>
                <c:pt idx="4">
                  <c:v>661460</c:v>
                </c:pt>
              </c:numCache>
            </c:numRef>
          </c:yVal>
          <c:smooth val="1"/>
          <c:extLst>
            <c:ext xmlns:c16="http://schemas.microsoft.com/office/drawing/2014/chart" uri="{C3380CC4-5D6E-409C-BE32-E72D297353CC}">
              <c16:uniqueId val="{00000000-86AA-4632-9145-511B58574962}"/>
            </c:ext>
          </c:extLst>
        </c:ser>
        <c:dLbls>
          <c:showLegendKey val="0"/>
          <c:showVal val="0"/>
          <c:showCatName val="0"/>
          <c:showSerName val="0"/>
          <c:showPercent val="0"/>
          <c:showBubbleSize val="0"/>
        </c:dLbls>
        <c:axId val="743348768"/>
        <c:axId val="724093360"/>
      </c:scatterChart>
      <c:valAx>
        <c:axId val="743348768"/>
        <c:scaling>
          <c:orientation val="minMax"/>
          <c:max val="2026"/>
          <c:min val="2022"/>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4093360"/>
        <c:crosses val="autoZero"/>
        <c:crossBetween val="midCat"/>
        <c:majorUnit val="1"/>
      </c:valAx>
      <c:valAx>
        <c:axId val="724093360"/>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334876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Number of CM/SR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Sheet1!$A$3:$A$7</c:f>
              <c:numCache>
                <c:formatCode>General</c:formatCode>
                <c:ptCount val="5"/>
                <c:pt idx="0">
                  <c:v>2022</c:v>
                </c:pt>
                <c:pt idx="1">
                  <c:v>2023</c:v>
                </c:pt>
                <c:pt idx="2">
                  <c:v>2024</c:v>
                </c:pt>
                <c:pt idx="3">
                  <c:v>2025</c:v>
                </c:pt>
                <c:pt idx="4">
                  <c:v>2026</c:v>
                </c:pt>
              </c:numCache>
            </c:numRef>
          </c:xVal>
          <c:yVal>
            <c:numRef>
              <c:f>Sheet1!$D$3:$D$7</c:f>
              <c:numCache>
                <c:formatCode>General</c:formatCode>
                <c:ptCount val="5"/>
                <c:pt idx="0">
                  <c:v>1919</c:v>
                </c:pt>
                <c:pt idx="1">
                  <c:v>1649</c:v>
                </c:pt>
                <c:pt idx="2">
                  <c:v>1671</c:v>
                </c:pt>
                <c:pt idx="3">
                  <c:v>1729</c:v>
                </c:pt>
                <c:pt idx="4">
                  <c:v>1838</c:v>
                </c:pt>
              </c:numCache>
            </c:numRef>
          </c:yVal>
          <c:smooth val="1"/>
          <c:extLst>
            <c:ext xmlns:c16="http://schemas.microsoft.com/office/drawing/2014/chart" uri="{C3380CC4-5D6E-409C-BE32-E72D297353CC}">
              <c16:uniqueId val="{00000000-6445-4761-BAAB-0D2D9D0BE62C}"/>
            </c:ext>
          </c:extLst>
        </c:ser>
        <c:dLbls>
          <c:dLblPos val="t"/>
          <c:showLegendKey val="0"/>
          <c:showVal val="1"/>
          <c:showCatName val="0"/>
          <c:showSerName val="0"/>
          <c:showPercent val="0"/>
          <c:showBubbleSize val="0"/>
        </c:dLbls>
        <c:axId val="36386304"/>
        <c:axId val="1208241711"/>
      </c:scatterChart>
      <c:valAx>
        <c:axId val="36386304"/>
        <c:scaling>
          <c:orientation val="minMax"/>
          <c:max val="2026"/>
          <c:min val="2022"/>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8241711"/>
        <c:crosses val="autoZero"/>
        <c:crossBetween val="midCat"/>
        <c:majorUnit val="1"/>
      </c:valAx>
      <c:valAx>
        <c:axId val="1208241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38630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smoothMarker"/>
        <c:varyColors val="0"/>
        <c:ser>
          <c:idx val="0"/>
          <c:order val="0"/>
          <c:tx>
            <c:strRef>
              <c:f>Sheet1!$P$2</c:f>
              <c:strCache>
                <c:ptCount val="1"/>
                <c:pt idx="0">
                  <c:v> R&amp;M Spend  </c:v>
                </c:pt>
              </c:strCache>
            </c:strRef>
          </c:tx>
          <c:spPr>
            <a:ln w="19050" cap="rnd">
              <a:solidFill>
                <a:schemeClr val="accent1"/>
              </a:solidFill>
              <a:round/>
              <a:tailEnd type="stealth"/>
            </a:ln>
            <a:effectLst/>
          </c:spPr>
          <c:marker>
            <c:symbol val="circle"/>
            <c:size val="5"/>
            <c:spPr>
              <a:solidFill>
                <a:schemeClr val="accent1"/>
              </a:solidFill>
              <a:ln w="9525">
                <a:solidFill>
                  <a:schemeClr val="accent1"/>
                </a:solidFill>
              </a:ln>
              <a:effectLst/>
            </c:spPr>
          </c:marker>
          <c:dPt>
            <c:idx val="2"/>
            <c:marker>
              <c:symbol val="circle"/>
              <c:size val="5"/>
              <c:spPr>
                <a:solidFill>
                  <a:srgbClr val="ED1B2C"/>
                </a:solidFill>
                <a:ln w="9525">
                  <a:solidFill>
                    <a:schemeClr val="accent1"/>
                  </a:solidFill>
                </a:ln>
                <a:effectLst/>
              </c:spPr>
            </c:marker>
            <c:bubble3D val="0"/>
            <c:extLst>
              <c:ext xmlns:c16="http://schemas.microsoft.com/office/drawing/2014/chart" uri="{C3380CC4-5D6E-409C-BE32-E72D297353CC}">
                <c16:uniqueId val="{00000000-AE39-416C-9C67-83E519E320B0}"/>
              </c:ext>
            </c:extLst>
          </c:dPt>
          <c:xVal>
            <c:numRef>
              <c:f>Sheet1!$O$4:$O$9</c:f>
              <c:numCache>
                <c:formatCode>General</c:formatCode>
                <c:ptCount val="6"/>
                <c:pt idx="0">
                  <c:v>2022</c:v>
                </c:pt>
                <c:pt idx="1">
                  <c:v>2023</c:v>
                </c:pt>
                <c:pt idx="2">
                  <c:v>2024</c:v>
                </c:pt>
                <c:pt idx="3">
                  <c:v>2025</c:v>
                </c:pt>
                <c:pt idx="4">
                  <c:v>2026</c:v>
                </c:pt>
              </c:numCache>
            </c:numRef>
          </c:xVal>
          <c:yVal>
            <c:numRef>
              <c:f>Sheet1!$P$4:$P$9</c:f>
              <c:numCache>
                <c:formatCode>_("$"* #,##0.00_);_("$"* \(#,##0.00\);_("$"* "-"??_);_(@_)</c:formatCode>
                <c:ptCount val="6"/>
                <c:pt idx="0">
                  <c:v>330814.44</c:v>
                </c:pt>
                <c:pt idx="1">
                  <c:v>311789.62</c:v>
                </c:pt>
                <c:pt idx="2">
                  <c:v>388137.48</c:v>
                </c:pt>
                <c:pt idx="3">
                  <c:v>422661.26</c:v>
                </c:pt>
                <c:pt idx="4">
                  <c:v>388176.88</c:v>
                </c:pt>
              </c:numCache>
            </c:numRef>
          </c:yVal>
          <c:smooth val="1"/>
          <c:extLst>
            <c:ext xmlns:c16="http://schemas.microsoft.com/office/drawing/2014/chart" uri="{C3380CC4-5D6E-409C-BE32-E72D297353CC}">
              <c16:uniqueId val="{00000000-86AA-4632-9145-511B58574962}"/>
            </c:ext>
          </c:extLst>
        </c:ser>
        <c:ser>
          <c:idx val="1"/>
          <c:order val="1"/>
          <c:tx>
            <c:strRef>
              <c:f>Sheet1!$Q$2</c:f>
              <c:strCache>
                <c:ptCount val="1"/>
                <c:pt idx="0">
                  <c:v> Budget  </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Sheet1!$O$4:$O$9</c:f>
              <c:numCache>
                <c:formatCode>General</c:formatCode>
                <c:ptCount val="6"/>
                <c:pt idx="0">
                  <c:v>2022</c:v>
                </c:pt>
                <c:pt idx="1">
                  <c:v>2023</c:v>
                </c:pt>
                <c:pt idx="2">
                  <c:v>2024</c:v>
                </c:pt>
                <c:pt idx="3">
                  <c:v>2025</c:v>
                </c:pt>
                <c:pt idx="4">
                  <c:v>2026</c:v>
                </c:pt>
              </c:numCache>
            </c:numRef>
          </c:xVal>
          <c:yVal>
            <c:numRef>
              <c:f>Sheet1!$Q$4:$Q$9</c:f>
              <c:numCache>
                <c:formatCode>_("$"* #,##0.00_);_("$"* \(#,##0.00\);_("$"* "-"??_);_(@_)</c:formatCode>
                <c:ptCount val="6"/>
                <c:pt idx="0">
                  <c:v>288318.19</c:v>
                </c:pt>
                <c:pt idx="1">
                  <c:v>288318.19</c:v>
                </c:pt>
                <c:pt idx="2">
                  <c:v>288318.19</c:v>
                </c:pt>
                <c:pt idx="3">
                  <c:v>291980</c:v>
                </c:pt>
                <c:pt idx="4">
                  <c:v>291980</c:v>
                </c:pt>
              </c:numCache>
            </c:numRef>
          </c:yVal>
          <c:smooth val="1"/>
          <c:extLst>
            <c:ext xmlns:c16="http://schemas.microsoft.com/office/drawing/2014/chart" uri="{C3380CC4-5D6E-409C-BE32-E72D297353CC}">
              <c16:uniqueId val="{00000001-B225-48F2-A51D-6E955A809B5F}"/>
            </c:ext>
          </c:extLst>
        </c:ser>
        <c:dLbls>
          <c:showLegendKey val="0"/>
          <c:showVal val="0"/>
          <c:showCatName val="0"/>
          <c:showSerName val="0"/>
          <c:showPercent val="0"/>
          <c:showBubbleSize val="0"/>
        </c:dLbls>
        <c:axId val="743348768"/>
        <c:axId val="724093360"/>
      </c:scatterChart>
      <c:valAx>
        <c:axId val="743348768"/>
        <c:scaling>
          <c:orientation val="minMax"/>
          <c:max val="2026"/>
          <c:min val="2022"/>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4093360"/>
        <c:crosses val="autoZero"/>
        <c:crossBetween val="midCat"/>
        <c:majorUnit val="1"/>
      </c:valAx>
      <c:valAx>
        <c:axId val="724093360"/>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334876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Number of CM/SR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Sheet1!$A$3:$A$8</c:f>
              <c:numCache>
                <c:formatCode>General</c:formatCode>
                <c:ptCount val="6"/>
                <c:pt idx="0">
                  <c:v>2022</c:v>
                </c:pt>
                <c:pt idx="1">
                  <c:v>2023</c:v>
                </c:pt>
                <c:pt idx="2">
                  <c:v>2024</c:v>
                </c:pt>
                <c:pt idx="3">
                  <c:v>2025</c:v>
                </c:pt>
                <c:pt idx="4">
                  <c:v>2026</c:v>
                </c:pt>
              </c:numCache>
            </c:numRef>
          </c:xVal>
          <c:yVal>
            <c:numRef>
              <c:f>Sheet1!$B$3:$B$8</c:f>
            </c:numRef>
          </c:yVal>
          <c:smooth val="1"/>
          <c:extLst>
            <c:ext xmlns:c16="http://schemas.microsoft.com/office/drawing/2014/chart" uri="{C3380CC4-5D6E-409C-BE32-E72D297353CC}">
              <c16:uniqueId val="{00000000-6445-4761-BAAB-0D2D9D0BE62C}"/>
            </c:ext>
          </c:extLst>
        </c:ser>
        <c:ser>
          <c:idx val="1"/>
          <c:order val="1"/>
          <c:spPr>
            <a:ln w="19050"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Sheet1!$A$3:$A$8</c:f>
              <c:numCache>
                <c:formatCode>General</c:formatCode>
                <c:ptCount val="6"/>
                <c:pt idx="0">
                  <c:v>2022</c:v>
                </c:pt>
                <c:pt idx="1">
                  <c:v>2023</c:v>
                </c:pt>
                <c:pt idx="2">
                  <c:v>2024</c:v>
                </c:pt>
                <c:pt idx="3">
                  <c:v>2025</c:v>
                </c:pt>
                <c:pt idx="4">
                  <c:v>2026</c:v>
                </c:pt>
              </c:numCache>
            </c:numRef>
          </c:xVal>
          <c:yVal>
            <c:numRef>
              <c:f>Sheet1!$C$3:$C$8</c:f>
            </c:numRef>
          </c:yVal>
          <c:smooth val="1"/>
          <c:extLst>
            <c:ext xmlns:c16="http://schemas.microsoft.com/office/drawing/2014/chart" uri="{C3380CC4-5D6E-409C-BE32-E72D297353CC}">
              <c16:uniqueId val="{00000001-6445-4761-BAAB-0D2D9D0BE62C}"/>
            </c:ext>
          </c:extLst>
        </c:ser>
        <c:ser>
          <c:idx val="2"/>
          <c:order val="2"/>
          <c:spPr>
            <a:ln w="19050" cap="rnd">
              <a:solidFill>
                <a:schemeClr val="accent3"/>
              </a:solidFill>
              <a:round/>
              <a:tailEnd type="stealth"/>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Sheet1!$A$3:$A$8</c:f>
              <c:numCache>
                <c:formatCode>General</c:formatCode>
                <c:ptCount val="6"/>
                <c:pt idx="0">
                  <c:v>2022</c:v>
                </c:pt>
                <c:pt idx="1">
                  <c:v>2023</c:v>
                </c:pt>
                <c:pt idx="2">
                  <c:v>2024</c:v>
                </c:pt>
                <c:pt idx="3">
                  <c:v>2025</c:v>
                </c:pt>
                <c:pt idx="4">
                  <c:v>2026</c:v>
                </c:pt>
              </c:numCache>
            </c:numRef>
          </c:xVal>
          <c:yVal>
            <c:numRef>
              <c:f>Sheet1!$D$3:$D$8</c:f>
              <c:numCache>
                <c:formatCode>General</c:formatCode>
                <c:ptCount val="6"/>
                <c:pt idx="0">
                  <c:v>749</c:v>
                </c:pt>
                <c:pt idx="1">
                  <c:v>542</c:v>
                </c:pt>
                <c:pt idx="2">
                  <c:v>617</c:v>
                </c:pt>
                <c:pt idx="3">
                  <c:v>609</c:v>
                </c:pt>
                <c:pt idx="4">
                  <c:v>554</c:v>
                </c:pt>
              </c:numCache>
            </c:numRef>
          </c:yVal>
          <c:smooth val="1"/>
          <c:extLst>
            <c:ext xmlns:c16="http://schemas.microsoft.com/office/drawing/2014/chart" uri="{C3380CC4-5D6E-409C-BE32-E72D297353CC}">
              <c16:uniqueId val="{00000002-6445-4761-BAAB-0D2D9D0BE62C}"/>
            </c:ext>
          </c:extLst>
        </c:ser>
        <c:dLbls>
          <c:dLblPos val="t"/>
          <c:showLegendKey val="0"/>
          <c:showVal val="1"/>
          <c:showCatName val="0"/>
          <c:showSerName val="0"/>
          <c:showPercent val="0"/>
          <c:showBubbleSize val="0"/>
        </c:dLbls>
        <c:axId val="36386304"/>
        <c:axId val="1208241711"/>
      </c:scatterChart>
      <c:valAx>
        <c:axId val="36386304"/>
        <c:scaling>
          <c:orientation val="minMax"/>
          <c:max val="2026"/>
          <c:min val="2022"/>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8241711"/>
        <c:crosses val="autoZero"/>
        <c:crossBetween val="midCat"/>
        <c:majorUnit val="1"/>
      </c:valAx>
      <c:valAx>
        <c:axId val="1208241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38630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smoothMarker"/>
        <c:varyColors val="0"/>
        <c:ser>
          <c:idx val="0"/>
          <c:order val="0"/>
          <c:tx>
            <c:strRef>
              <c:f>Sheet1!$P$2</c:f>
              <c:strCache>
                <c:ptCount val="1"/>
                <c:pt idx="0">
                  <c:v> R&amp;M Spend  </c:v>
                </c:pt>
              </c:strCache>
            </c:strRef>
          </c:tx>
          <c:spPr>
            <a:ln w="19050" cap="rnd">
              <a:solidFill>
                <a:schemeClr val="accent1"/>
              </a:solidFill>
              <a:round/>
              <a:tailEnd type="stealth"/>
            </a:ln>
            <a:effectLst/>
          </c:spPr>
          <c:marker>
            <c:symbol val="circle"/>
            <c:size val="5"/>
            <c:spPr>
              <a:solidFill>
                <a:schemeClr val="accent1"/>
              </a:solidFill>
              <a:ln w="9525">
                <a:solidFill>
                  <a:schemeClr val="accent1"/>
                </a:solidFill>
              </a:ln>
              <a:effectLst/>
            </c:spPr>
          </c:marker>
          <c:dPt>
            <c:idx val="2"/>
            <c:marker>
              <c:symbol val="circle"/>
              <c:size val="5"/>
              <c:spPr>
                <a:solidFill>
                  <a:schemeClr val="bg2">
                    <a:lumMod val="75000"/>
                  </a:schemeClr>
                </a:solidFill>
                <a:ln w="9525">
                  <a:solidFill>
                    <a:schemeClr val="accent1"/>
                  </a:solidFill>
                </a:ln>
                <a:effectLst/>
              </c:spPr>
            </c:marker>
            <c:bubble3D val="0"/>
            <c:extLst>
              <c:ext xmlns:c16="http://schemas.microsoft.com/office/drawing/2014/chart" uri="{C3380CC4-5D6E-409C-BE32-E72D297353CC}">
                <c16:uniqueId val="{00000000-1DC4-4BAF-9B73-11361401EF3E}"/>
              </c:ext>
            </c:extLst>
          </c:dPt>
          <c:xVal>
            <c:numRef>
              <c:f>Sheet1!$O$4:$O$9</c:f>
              <c:numCache>
                <c:formatCode>General</c:formatCode>
                <c:ptCount val="6"/>
                <c:pt idx="0">
                  <c:v>2022</c:v>
                </c:pt>
                <c:pt idx="1">
                  <c:v>2023</c:v>
                </c:pt>
                <c:pt idx="2">
                  <c:v>2024</c:v>
                </c:pt>
                <c:pt idx="3">
                  <c:v>2025</c:v>
                </c:pt>
                <c:pt idx="4">
                  <c:v>2026</c:v>
                </c:pt>
              </c:numCache>
            </c:numRef>
          </c:xVal>
          <c:yVal>
            <c:numRef>
              <c:f>Sheet1!$P$4:$P$9</c:f>
              <c:numCache>
                <c:formatCode>_("$"* #,##0.00_);_("$"* \(#,##0.00\);_("$"* "-"??_);_(@_)</c:formatCode>
                <c:ptCount val="6"/>
                <c:pt idx="0">
                  <c:v>86256.22</c:v>
                </c:pt>
                <c:pt idx="1">
                  <c:v>177611.08</c:v>
                </c:pt>
                <c:pt idx="2">
                  <c:v>117421.25</c:v>
                </c:pt>
                <c:pt idx="3">
                  <c:v>114333.47</c:v>
                </c:pt>
                <c:pt idx="4">
                  <c:v>144221.32</c:v>
                </c:pt>
              </c:numCache>
            </c:numRef>
          </c:yVal>
          <c:smooth val="1"/>
          <c:extLst>
            <c:ext xmlns:c16="http://schemas.microsoft.com/office/drawing/2014/chart" uri="{C3380CC4-5D6E-409C-BE32-E72D297353CC}">
              <c16:uniqueId val="{00000000-86AA-4632-9145-511B58574962}"/>
            </c:ext>
          </c:extLst>
        </c:ser>
        <c:ser>
          <c:idx val="1"/>
          <c:order val="1"/>
          <c:tx>
            <c:strRef>
              <c:f>Sheet1!$Q$2</c:f>
              <c:strCache>
                <c:ptCount val="1"/>
                <c:pt idx="0">
                  <c:v> Budget  </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Sheet1!$O$4:$O$9</c:f>
              <c:numCache>
                <c:formatCode>General</c:formatCode>
                <c:ptCount val="6"/>
                <c:pt idx="0">
                  <c:v>2022</c:v>
                </c:pt>
                <c:pt idx="1">
                  <c:v>2023</c:v>
                </c:pt>
                <c:pt idx="2">
                  <c:v>2024</c:v>
                </c:pt>
                <c:pt idx="3">
                  <c:v>2025</c:v>
                </c:pt>
                <c:pt idx="4">
                  <c:v>2026</c:v>
                </c:pt>
              </c:numCache>
            </c:numRef>
          </c:xVal>
          <c:yVal>
            <c:numRef>
              <c:f>Sheet1!$Q$4:$Q$9</c:f>
              <c:numCache>
                <c:formatCode>_("$"* #,##0.00_);_("$"* \(#,##0.00\);_("$"* "-"??_);_(@_)</c:formatCode>
                <c:ptCount val="6"/>
                <c:pt idx="0">
                  <c:v>91640.25</c:v>
                </c:pt>
                <c:pt idx="1">
                  <c:v>91640.25</c:v>
                </c:pt>
                <c:pt idx="2">
                  <c:v>91640.25</c:v>
                </c:pt>
                <c:pt idx="3">
                  <c:v>104000</c:v>
                </c:pt>
                <c:pt idx="4">
                  <c:v>109000</c:v>
                </c:pt>
              </c:numCache>
            </c:numRef>
          </c:yVal>
          <c:smooth val="1"/>
          <c:extLst>
            <c:ext xmlns:c16="http://schemas.microsoft.com/office/drawing/2014/chart" uri="{C3380CC4-5D6E-409C-BE32-E72D297353CC}">
              <c16:uniqueId val="{00000001-217A-4F1F-8F07-1EC3E2CF4ACA}"/>
            </c:ext>
          </c:extLst>
        </c:ser>
        <c:dLbls>
          <c:showLegendKey val="0"/>
          <c:showVal val="0"/>
          <c:showCatName val="0"/>
          <c:showSerName val="0"/>
          <c:showPercent val="0"/>
          <c:showBubbleSize val="0"/>
        </c:dLbls>
        <c:axId val="743348768"/>
        <c:axId val="724093360"/>
      </c:scatterChart>
      <c:valAx>
        <c:axId val="743348768"/>
        <c:scaling>
          <c:orientation val="minMax"/>
          <c:max val="2026"/>
          <c:min val="2022"/>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4093360"/>
        <c:crosses val="autoZero"/>
        <c:crossBetween val="midCat"/>
        <c:majorUnit val="1"/>
      </c:valAx>
      <c:valAx>
        <c:axId val="724093360"/>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334876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Number of CM/SR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Sheet1!$A$3:$A$8</c:f>
              <c:numCache>
                <c:formatCode>General</c:formatCode>
                <c:ptCount val="6"/>
                <c:pt idx="0">
                  <c:v>2022</c:v>
                </c:pt>
                <c:pt idx="1">
                  <c:v>2023</c:v>
                </c:pt>
                <c:pt idx="2">
                  <c:v>2024</c:v>
                </c:pt>
                <c:pt idx="3">
                  <c:v>2025</c:v>
                </c:pt>
                <c:pt idx="4">
                  <c:v>2026</c:v>
                </c:pt>
              </c:numCache>
            </c:numRef>
          </c:xVal>
          <c:yVal>
            <c:numRef>
              <c:f>Sheet1!$B$3:$B$8</c:f>
            </c:numRef>
          </c:yVal>
          <c:smooth val="1"/>
          <c:extLst>
            <c:ext xmlns:c16="http://schemas.microsoft.com/office/drawing/2014/chart" uri="{C3380CC4-5D6E-409C-BE32-E72D297353CC}">
              <c16:uniqueId val="{00000000-6445-4761-BAAB-0D2D9D0BE62C}"/>
            </c:ext>
          </c:extLst>
        </c:ser>
        <c:ser>
          <c:idx val="1"/>
          <c:order val="1"/>
          <c:spPr>
            <a:ln w="19050"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Sheet1!$A$3:$A$8</c:f>
              <c:numCache>
                <c:formatCode>General</c:formatCode>
                <c:ptCount val="6"/>
                <c:pt idx="0">
                  <c:v>2022</c:v>
                </c:pt>
                <c:pt idx="1">
                  <c:v>2023</c:v>
                </c:pt>
                <c:pt idx="2">
                  <c:v>2024</c:v>
                </c:pt>
                <c:pt idx="3">
                  <c:v>2025</c:v>
                </c:pt>
                <c:pt idx="4">
                  <c:v>2026</c:v>
                </c:pt>
              </c:numCache>
            </c:numRef>
          </c:xVal>
          <c:yVal>
            <c:numRef>
              <c:f>Sheet1!$C$3:$C$8</c:f>
            </c:numRef>
          </c:yVal>
          <c:smooth val="1"/>
          <c:extLst>
            <c:ext xmlns:c16="http://schemas.microsoft.com/office/drawing/2014/chart" uri="{C3380CC4-5D6E-409C-BE32-E72D297353CC}">
              <c16:uniqueId val="{00000001-6445-4761-BAAB-0D2D9D0BE62C}"/>
            </c:ext>
          </c:extLst>
        </c:ser>
        <c:ser>
          <c:idx val="2"/>
          <c:order val="2"/>
          <c:spPr>
            <a:ln w="19050" cap="rnd">
              <a:solidFill>
                <a:schemeClr val="accent3"/>
              </a:solidFill>
              <a:round/>
              <a:tailEnd type="stealth"/>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Sheet1!$A$3:$A$8</c:f>
              <c:numCache>
                <c:formatCode>General</c:formatCode>
                <c:ptCount val="6"/>
                <c:pt idx="0">
                  <c:v>2022</c:v>
                </c:pt>
                <c:pt idx="1">
                  <c:v>2023</c:v>
                </c:pt>
                <c:pt idx="2">
                  <c:v>2024</c:v>
                </c:pt>
                <c:pt idx="3">
                  <c:v>2025</c:v>
                </c:pt>
                <c:pt idx="4">
                  <c:v>2026</c:v>
                </c:pt>
              </c:numCache>
            </c:numRef>
          </c:xVal>
          <c:yVal>
            <c:numRef>
              <c:f>Sheet1!$D$3:$D$8</c:f>
              <c:numCache>
                <c:formatCode>General</c:formatCode>
                <c:ptCount val="6"/>
                <c:pt idx="0">
                  <c:v>309</c:v>
                </c:pt>
                <c:pt idx="1">
                  <c:v>244</c:v>
                </c:pt>
                <c:pt idx="2">
                  <c:v>215</c:v>
                </c:pt>
                <c:pt idx="3">
                  <c:v>202</c:v>
                </c:pt>
                <c:pt idx="4">
                  <c:v>186</c:v>
                </c:pt>
              </c:numCache>
            </c:numRef>
          </c:yVal>
          <c:smooth val="1"/>
          <c:extLst>
            <c:ext xmlns:c16="http://schemas.microsoft.com/office/drawing/2014/chart" uri="{C3380CC4-5D6E-409C-BE32-E72D297353CC}">
              <c16:uniqueId val="{00000002-6445-4761-BAAB-0D2D9D0BE62C}"/>
            </c:ext>
          </c:extLst>
        </c:ser>
        <c:dLbls>
          <c:dLblPos val="t"/>
          <c:showLegendKey val="0"/>
          <c:showVal val="1"/>
          <c:showCatName val="0"/>
          <c:showSerName val="0"/>
          <c:showPercent val="0"/>
          <c:showBubbleSize val="0"/>
        </c:dLbls>
        <c:axId val="36386304"/>
        <c:axId val="1208241711"/>
      </c:scatterChart>
      <c:valAx>
        <c:axId val="36386304"/>
        <c:scaling>
          <c:orientation val="minMax"/>
          <c:max val="2026"/>
          <c:min val="2022"/>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8241711"/>
        <c:crosses val="autoZero"/>
        <c:crossBetween val="midCat"/>
        <c:majorUnit val="1"/>
      </c:valAx>
      <c:valAx>
        <c:axId val="1208241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38630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smoothMarker"/>
        <c:varyColors val="0"/>
        <c:ser>
          <c:idx val="0"/>
          <c:order val="0"/>
          <c:tx>
            <c:strRef>
              <c:f>Sheet1!$P$2</c:f>
              <c:strCache>
                <c:ptCount val="1"/>
                <c:pt idx="0">
                  <c:v> R&amp;M Spend  </c:v>
                </c:pt>
              </c:strCache>
            </c:strRef>
          </c:tx>
          <c:spPr>
            <a:ln w="19050" cap="rnd">
              <a:solidFill>
                <a:schemeClr val="accent1"/>
              </a:solidFill>
              <a:round/>
              <a:tailEnd type="stealth"/>
            </a:ln>
            <a:effectLst/>
          </c:spPr>
          <c:marker>
            <c:symbol val="circle"/>
            <c:size val="5"/>
            <c:spPr>
              <a:solidFill>
                <a:schemeClr val="accent1"/>
              </a:solidFill>
              <a:ln w="9525">
                <a:solidFill>
                  <a:schemeClr val="accent1"/>
                </a:solidFill>
              </a:ln>
              <a:effectLst/>
            </c:spPr>
          </c:marker>
          <c:dPt>
            <c:idx val="2"/>
            <c:marker>
              <c:symbol val="circle"/>
              <c:size val="5"/>
              <c:spPr>
                <a:solidFill>
                  <a:srgbClr val="FF0000"/>
                </a:solidFill>
                <a:ln w="9525">
                  <a:solidFill>
                    <a:schemeClr val="accent1"/>
                  </a:solidFill>
                </a:ln>
                <a:effectLst/>
              </c:spPr>
            </c:marker>
            <c:bubble3D val="0"/>
            <c:extLst>
              <c:ext xmlns:c16="http://schemas.microsoft.com/office/drawing/2014/chart" uri="{C3380CC4-5D6E-409C-BE32-E72D297353CC}">
                <c16:uniqueId val="{00000000-D86A-4EE9-8BCC-CE0CD6783580}"/>
              </c:ext>
            </c:extLst>
          </c:dPt>
          <c:xVal>
            <c:numRef>
              <c:f>Sheet1!$O$4:$O$9</c:f>
              <c:numCache>
                <c:formatCode>General</c:formatCode>
                <c:ptCount val="6"/>
                <c:pt idx="0">
                  <c:v>2022</c:v>
                </c:pt>
                <c:pt idx="1">
                  <c:v>2023</c:v>
                </c:pt>
                <c:pt idx="2">
                  <c:v>2024</c:v>
                </c:pt>
                <c:pt idx="3">
                  <c:v>2025</c:v>
                </c:pt>
                <c:pt idx="4">
                  <c:v>2026</c:v>
                </c:pt>
              </c:numCache>
            </c:numRef>
          </c:xVal>
          <c:yVal>
            <c:numRef>
              <c:f>Sheet1!$P$4:$P$9</c:f>
              <c:numCache>
                <c:formatCode>_("$"* #,##0.00_);_("$"* \(#,##0.00\);_("$"* "-"??_);_(@_)</c:formatCode>
                <c:ptCount val="6"/>
                <c:pt idx="0">
                  <c:v>235267.88</c:v>
                </c:pt>
                <c:pt idx="1">
                  <c:v>226544.07</c:v>
                </c:pt>
                <c:pt idx="2">
                  <c:v>252594.63</c:v>
                </c:pt>
                <c:pt idx="3">
                  <c:v>221709.03</c:v>
                </c:pt>
                <c:pt idx="4">
                  <c:v>282786.09999999998</c:v>
                </c:pt>
              </c:numCache>
            </c:numRef>
          </c:yVal>
          <c:smooth val="1"/>
          <c:extLst>
            <c:ext xmlns:c16="http://schemas.microsoft.com/office/drawing/2014/chart" uri="{C3380CC4-5D6E-409C-BE32-E72D297353CC}">
              <c16:uniqueId val="{00000000-86AA-4632-9145-511B58574962}"/>
            </c:ext>
          </c:extLst>
        </c:ser>
        <c:ser>
          <c:idx val="1"/>
          <c:order val="1"/>
          <c:tx>
            <c:strRef>
              <c:f>Sheet1!$Q$2</c:f>
              <c:strCache>
                <c:ptCount val="1"/>
                <c:pt idx="0">
                  <c:v> Budget  </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Sheet1!$O$4:$O$9</c:f>
              <c:numCache>
                <c:formatCode>General</c:formatCode>
                <c:ptCount val="6"/>
                <c:pt idx="0">
                  <c:v>2022</c:v>
                </c:pt>
                <c:pt idx="1">
                  <c:v>2023</c:v>
                </c:pt>
                <c:pt idx="2">
                  <c:v>2024</c:v>
                </c:pt>
                <c:pt idx="3">
                  <c:v>2025</c:v>
                </c:pt>
                <c:pt idx="4">
                  <c:v>2026</c:v>
                </c:pt>
              </c:numCache>
            </c:numRef>
          </c:xVal>
          <c:yVal>
            <c:numRef>
              <c:f>Sheet1!$Q$4:$Q$9</c:f>
              <c:numCache>
                <c:formatCode>_("$"* #,##0.00_);_("$"* \(#,##0.00\);_("$"* "-"??_);_(@_)</c:formatCode>
                <c:ptCount val="6"/>
                <c:pt idx="0">
                  <c:v>216253</c:v>
                </c:pt>
                <c:pt idx="1">
                  <c:v>216253</c:v>
                </c:pt>
                <c:pt idx="2">
                  <c:v>216253</c:v>
                </c:pt>
                <c:pt idx="3">
                  <c:v>216253</c:v>
                </c:pt>
                <c:pt idx="4">
                  <c:v>216253</c:v>
                </c:pt>
              </c:numCache>
            </c:numRef>
          </c:yVal>
          <c:smooth val="1"/>
          <c:extLst>
            <c:ext xmlns:c16="http://schemas.microsoft.com/office/drawing/2014/chart" uri="{C3380CC4-5D6E-409C-BE32-E72D297353CC}">
              <c16:uniqueId val="{00000001-E3BB-4B76-B4BE-6908B448DF69}"/>
            </c:ext>
          </c:extLst>
        </c:ser>
        <c:dLbls>
          <c:showLegendKey val="0"/>
          <c:showVal val="0"/>
          <c:showCatName val="0"/>
          <c:showSerName val="0"/>
          <c:showPercent val="0"/>
          <c:showBubbleSize val="0"/>
        </c:dLbls>
        <c:axId val="743348768"/>
        <c:axId val="724093360"/>
      </c:scatterChart>
      <c:valAx>
        <c:axId val="743348768"/>
        <c:scaling>
          <c:orientation val="minMax"/>
          <c:max val="2026"/>
          <c:min val="2022"/>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4093360"/>
        <c:crosses val="autoZero"/>
        <c:crossBetween val="midCat"/>
        <c:majorUnit val="1"/>
      </c:valAx>
      <c:valAx>
        <c:axId val="724093360"/>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334876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Number of CM/SR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Sheet1!$A$3:$A$8</c:f>
              <c:numCache>
                <c:formatCode>General</c:formatCode>
                <c:ptCount val="6"/>
                <c:pt idx="0">
                  <c:v>2022</c:v>
                </c:pt>
                <c:pt idx="1">
                  <c:v>2023</c:v>
                </c:pt>
                <c:pt idx="2">
                  <c:v>2024</c:v>
                </c:pt>
                <c:pt idx="3">
                  <c:v>2025</c:v>
                </c:pt>
                <c:pt idx="4">
                  <c:v>2026</c:v>
                </c:pt>
              </c:numCache>
            </c:numRef>
          </c:xVal>
          <c:yVal>
            <c:numRef>
              <c:f>Sheet1!$B$3:$B$8</c:f>
            </c:numRef>
          </c:yVal>
          <c:smooth val="1"/>
          <c:extLst>
            <c:ext xmlns:c16="http://schemas.microsoft.com/office/drawing/2014/chart" uri="{C3380CC4-5D6E-409C-BE32-E72D297353CC}">
              <c16:uniqueId val="{00000000-6445-4761-BAAB-0D2D9D0BE62C}"/>
            </c:ext>
          </c:extLst>
        </c:ser>
        <c:ser>
          <c:idx val="1"/>
          <c:order val="1"/>
          <c:spPr>
            <a:ln w="19050"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Sheet1!$A$3:$A$8</c:f>
              <c:numCache>
                <c:formatCode>General</c:formatCode>
                <c:ptCount val="6"/>
                <c:pt idx="0">
                  <c:v>2022</c:v>
                </c:pt>
                <c:pt idx="1">
                  <c:v>2023</c:v>
                </c:pt>
                <c:pt idx="2">
                  <c:v>2024</c:v>
                </c:pt>
                <c:pt idx="3">
                  <c:v>2025</c:v>
                </c:pt>
                <c:pt idx="4">
                  <c:v>2026</c:v>
                </c:pt>
              </c:numCache>
            </c:numRef>
          </c:xVal>
          <c:yVal>
            <c:numRef>
              <c:f>Sheet1!$C$3:$C$8</c:f>
            </c:numRef>
          </c:yVal>
          <c:smooth val="1"/>
          <c:extLst>
            <c:ext xmlns:c16="http://schemas.microsoft.com/office/drawing/2014/chart" uri="{C3380CC4-5D6E-409C-BE32-E72D297353CC}">
              <c16:uniqueId val="{00000001-6445-4761-BAAB-0D2D9D0BE62C}"/>
            </c:ext>
          </c:extLst>
        </c:ser>
        <c:ser>
          <c:idx val="2"/>
          <c:order val="2"/>
          <c:spPr>
            <a:ln w="19050" cap="rnd">
              <a:solidFill>
                <a:schemeClr val="accent3"/>
              </a:solidFill>
              <a:round/>
              <a:tailEnd type="stealth"/>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Sheet1!$A$3:$A$8</c:f>
              <c:numCache>
                <c:formatCode>General</c:formatCode>
                <c:ptCount val="6"/>
                <c:pt idx="0">
                  <c:v>2022</c:v>
                </c:pt>
                <c:pt idx="1">
                  <c:v>2023</c:v>
                </c:pt>
                <c:pt idx="2">
                  <c:v>2024</c:v>
                </c:pt>
                <c:pt idx="3">
                  <c:v>2025</c:v>
                </c:pt>
                <c:pt idx="4">
                  <c:v>2026</c:v>
                </c:pt>
              </c:numCache>
            </c:numRef>
          </c:xVal>
          <c:yVal>
            <c:numRef>
              <c:f>Sheet1!$D$3:$D$8</c:f>
              <c:numCache>
                <c:formatCode>General</c:formatCode>
                <c:ptCount val="6"/>
                <c:pt idx="0">
                  <c:v>333</c:v>
                </c:pt>
                <c:pt idx="1">
                  <c:v>286</c:v>
                </c:pt>
                <c:pt idx="2">
                  <c:v>307</c:v>
                </c:pt>
                <c:pt idx="3">
                  <c:v>341</c:v>
                </c:pt>
                <c:pt idx="4">
                  <c:v>350</c:v>
                </c:pt>
              </c:numCache>
            </c:numRef>
          </c:yVal>
          <c:smooth val="1"/>
          <c:extLst>
            <c:ext xmlns:c16="http://schemas.microsoft.com/office/drawing/2014/chart" uri="{C3380CC4-5D6E-409C-BE32-E72D297353CC}">
              <c16:uniqueId val="{00000002-6445-4761-BAAB-0D2D9D0BE62C}"/>
            </c:ext>
          </c:extLst>
        </c:ser>
        <c:dLbls>
          <c:dLblPos val="t"/>
          <c:showLegendKey val="0"/>
          <c:showVal val="1"/>
          <c:showCatName val="0"/>
          <c:showSerName val="0"/>
          <c:showPercent val="0"/>
          <c:showBubbleSize val="0"/>
        </c:dLbls>
        <c:axId val="36386304"/>
        <c:axId val="1208241711"/>
      </c:scatterChart>
      <c:valAx>
        <c:axId val="36386304"/>
        <c:scaling>
          <c:orientation val="minMax"/>
          <c:max val="2026"/>
          <c:min val="2022"/>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8241711"/>
        <c:crosses val="autoZero"/>
        <c:crossBetween val="midCat"/>
        <c:majorUnit val="1"/>
      </c:valAx>
      <c:valAx>
        <c:axId val="1208241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38630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OT Rate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2673665791776027E-2"/>
          <c:y val="0.17505168849069608"/>
          <c:w val="0.87285411198600171"/>
          <c:h val="0.73314955203308063"/>
        </c:manualLayout>
      </c:layout>
      <c:scatterChart>
        <c:scatterStyle val="smoothMarker"/>
        <c:varyColors val="0"/>
        <c:ser>
          <c:idx val="0"/>
          <c:order val="0"/>
          <c:spPr>
            <a:ln w="19050" cap="rnd">
              <a:solidFill>
                <a:schemeClr val="accent1"/>
              </a:solidFill>
              <a:round/>
              <a:tailEnd type="triangle"/>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Sheet1!$A$3:$A$8</c:f>
              <c:numCache>
                <c:formatCode>General</c:formatCode>
                <c:ptCount val="6"/>
                <c:pt idx="0">
                  <c:v>2021</c:v>
                </c:pt>
                <c:pt idx="1">
                  <c:v>2022</c:v>
                </c:pt>
                <c:pt idx="2">
                  <c:v>2023</c:v>
                </c:pt>
                <c:pt idx="3">
                  <c:v>2024</c:v>
                </c:pt>
                <c:pt idx="4">
                  <c:v>2025</c:v>
                </c:pt>
                <c:pt idx="5">
                  <c:v>2026</c:v>
                </c:pt>
              </c:numCache>
            </c:numRef>
          </c:xVal>
          <c:yVal>
            <c:numRef>
              <c:f>Sheet1!$D$3:$D$8</c:f>
              <c:numCache>
                <c:formatCode>General</c:formatCode>
                <c:ptCount val="6"/>
                <c:pt idx="0">
                  <c:v>2.6</c:v>
                </c:pt>
                <c:pt idx="1">
                  <c:v>5.4</c:v>
                </c:pt>
                <c:pt idx="2">
                  <c:v>5.5</c:v>
                </c:pt>
                <c:pt idx="3">
                  <c:v>5.6</c:v>
                </c:pt>
                <c:pt idx="4">
                  <c:v>7.9</c:v>
                </c:pt>
                <c:pt idx="5">
                  <c:v>6.7</c:v>
                </c:pt>
              </c:numCache>
            </c:numRef>
          </c:yVal>
          <c:smooth val="0"/>
          <c:extLst>
            <c:ext xmlns:c16="http://schemas.microsoft.com/office/drawing/2014/chart" uri="{C3380CC4-5D6E-409C-BE32-E72D297353CC}">
              <c16:uniqueId val="{00000000-6445-4761-BAAB-0D2D9D0BE62C}"/>
            </c:ext>
          </c:extLst>
        </c:ser>
        <c:dLbls>
          <c:dLblPos val="t"/>
          <c:showLegendKey val="0"/>
          <c:showVal val="1"/>
          <c:showCatName val="0"/>
          <c:showSerName val="0"/>
          <c:showPercent val="0"/>
          <c:showBubbleSize val="0"/>
        </c:dLbls>
        <c:axId val="36386304"/>
        <c:axId val="1208241711"/>
      </c:scatterChart>
      <c:valAx>
        <c:axId val="36386304"/>
        <c:scaling>
          <c:orientation val="minMax"/>
          <c:max val="2026"/>
          <c:min val="2021"/>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8241711"/>
        <c:crosses val="autoZero"/>
        <c:crossBetween val="midCat"/>
        <c:majorUnit val="1"/>
      </c:valAx>
      <c:valAx>
        <c:axId val="1208241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38630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OT Rate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Sheet1!$P$2</c:f>
              <c:strCache>
                <c:ptCount val="1"/>
                <c:pt idx="0">
                  <c:v> OT Rate </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Sheet1!$O$3:$O$9</c:f>
              <c:numCache>
                <c:formatCode>General</c:formatCode>
                <c:ptCount val="7"/>
                <c:pt idx="0">
                  <c:v>2022</c:v>
                </c:pt>
                <c:pt idx="1">
                  <c:v>2023</c:v>
                </c:pt>
                <c:pt idx="2">
                  <c:v>2024</c:v>
                </c:pt>
                <c:pt idx="3">
                  <c:v>2025</c:v>
                </c:pt>
                <c:pt idx="4">
                  <c:v>2026</c:v>
                </c:pt>
              </c:numCache>
            </c:numRef>
          </c:xVal>
          <c:yVal>
            <c:numRef>
              <c:f>Sheet1!$P$3:$P$9</c:f>
              <c:numCache>
                <c:formatCode>0.0%</c:formatCode>
                <c:ptCount val="7"/>
                <c:pt idx="0">
                  <c:v>2.5399999999999999E-2</c:v>
                </c:pt>
                <c:pt idx="1">
                  <c:v>5.5E-2</c:v>
                </c:pt>
                <c:pt idx="2">
                  <c:v>6.0999999999999999E-2</c:v>
                </c:pt>
                <c:pt idx="3">
                  <c:v>0.12720000000000001</c:v>
                </c:pt>
                <c:pt idx="4">
                  <c:v>9.1499999999999998E-2</c:v>
                </c:pt>
              </c:numCache>
            </c:numRef>
          </c:yVal>
          <c:smooth val="1"/>
          <c:extLst>
            <c:ext xmlns:c16="http://schemas.microsoft.com/office/drawing/2014/chart" uri="{C3380CC4-5D6E-409C-BE32-E72D297353CC}">
              <c16:uniqueId val="{00000000-86AA-4632-9145-511B58574962}"/>
            </c:ext>
          </c:extLst>
        </c:ser>
        <c:dLbls>
          <c:showLegendKey val="0"/>
          <c:showVal val="0"/>
          <c:showCatName val="0"/>
          <c:showSerName val="0"/>
          <c:showPercent val="0"/>
          <c:showBubbleSize val="0"/>
        </c:dLbls>
        <c:axId val="743348768"/>
        <c:axId val="724093360"/>
      </c:scatterChart>
      <c:valAx>
        <c:axId val="743348768"/>
        <c:scaling>
          <c:orientation val="minMax"/>
          <c:max val="2026"/>
          <c:min val="2022"/>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4093360"/>
        <c:crosses val="autoZero"/>
        <c:crossBetween val="midCat"/>
        <c:majorUnit val="1"/>
      </c:valAx>
      <c:valAx>
        <c:axId val="724093360"/>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334876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WO Count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2673665791776027E-2"/>
          <c:y val="0.17505168849069608"/>
          <c:w val="0.87285411198600171"/>
          <c:h val="0.73314955203308063"/>
        </c:manualLayout>
      </c:layout>
      <c:scatterChart>
        <c:scatterStyle val="smooth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Sheet1!$A$3:$A$9</c:f>
              <c:numCache>
                <c:formatCode>General</c:formatCode>
                <c:ptCount val="7"/>
                <c:pt idx="0">
                  <c:v>2021</c:v>
                </c:pt>
                <c:pt idx="1">
                  <c:v>2022</c:v>
                </c:pt>
                <c:pt idx="2">
                  <c:v>2023</c:v>
                </c:pt>
                <c:pt idx="3">
                  <c:v>2024</c:v>
                </c:pt>
                <c:pt idx="4">
                  <c:v>2025</c:v>
                </c:pt>
                <c:pt idx="5">
                  <c:v>2026</c:v>
                </c:pt>
              </c:numCache>
            </c:numRef>
          </c:xVal>
          <c:yVal>
            <c:numRef>
              <c:f>Sheet1!$D$3:$D$9</c:f>
              <c:numCache>
                <c:formatCode>General</c:formatCode>
                <c:ptCount val="7"/>
                <c:pt idx="0">
                  <c:v>196</c:v>
                </c:pt>
                <c:pt idx="1">
                  <c:v>749</c:v>
                </c:pt>
                <c:pt idx="2">
                  <c:v>542</c:v>
                </c:pt>
                <c:pt idx="3">
                  <c:v>617</c:v>
                </c:pt>
                <c:pt idx="4">
                  <c:v>609</c:v>
                </c:pt>
                <c:pt idx="5">
                  <c:v>554</c:v>
                </c:pt>
                <c:pt idx="6">
                  <c:v>554</c:v>
                </c:pt>
              </c:numCache>
            </c:numRef>
          </c:yVal>
          <c:smooth val="1"/>
          <c:extLst>
            <c:ext xmlns:c16="http://schemas.microsoft.com/office/drawing/2014/chart" uri="{C3380CC4-5D6E-409C-BE32-E72D297353CC}">
              <c16:uniqueId val="{00000000-6445-4761-BAAB-0D2D9D0BE62C}"/>
            </c:ext>
          </c:extLst>
        </c:ser>
        <c:dLbls>
          <c:dLblPos val="t"/>
          <c:showLegendKey val="0"/>
          <c:showVal val="1"/>
          <c:showCatName val="0"/>
          <c:showSerName val="0"/>
          <c:showPercent val="0"/>
          <c:showBubbleSize val="0"/>
        </c:dLbls>
        <c:axId val="36386304"/>
        <c:axId val="1208241711"/>
      </c:scatterChart>
      <c:valAx>
        <c:axId val="36386304"/>
        <c:scaling>
          <c:orientation val="minMax"/>
          <c:max val="2026"/>
          <c:min val="2021"/>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8241711"/>
        <c:crosses val="autoZero"/>
        <c:crossBetween val="midCat"/>
        <c:majorUnit val="1"/>
      </c:valAx>
      <c:valAx>
        <c:axId val="1208241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38630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omments/modernComment_1AD_AB47870C.xml><?xml version="1.0" encoding="utf-8"?>
<p188:cmLst xmlns:a="http://schemas.openxmlformats.org/drawingml/2006/main" xmlns:r="http://schemas.openxmlformats.org/officeDocument/2006/relationships" xmlns:p188="http://schemas.microsoft.com/office/powerpoint/2018/8/main">
  <p188:cm id="{7BCE9202-C16D-489F-8767-6038D8D0C00F}" authorId="{D59CD378-7897-002C-3240-6CCF55070E1F}" created="2025-09-30T15:55:29.759">
    <ac:deMkLst xmlns:ac="http://schemas.microsoft.com/office/drawing/2013/main/command">
      <pc:docMk xmlns:pc="http://schemas.microsoft.com/office/powerpoint/2013/main/command"/>
      <pc:sldMk xmlns:pc="http://schemas.microsoft.com/office/powerpoint/2013/main/command" cId="2873591564" sldId="429"/>
      <ac:graphicFrameMk id="10" creationId="{1E64D257-AD40-D21A-BA2D-BE2CC162B51A}"/>
    </ac:deMkLst>
    <p188:txBody>
      <a:bodyPr/>
      <a:lstStyle/>
      <a:p>
        <a:r>
          <a:rPr lang="en-US"/>
          <a:t>To date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407"/>
          </a:xfrm>
          <a:prstGeom prst="rect">
            <a:avLst/>
          </a:prstGeom>
        </p:spPr>
        <p:txBody>
          <a:bodyPr vert="horz" lIns="91984" tIns="45993" rIns="91984" bIns="45993" rtlCol="0"/>
          <a:lstStyle>
            <a:lvl1pPr algn="l">
              <a:defRPr sz="1200"/>
            </a:lvl1pPr>
          </a:lstStyle>
          <a:p>
            <a:endParaRPr lang="en-GB" dirty="0"/>
          </a:p>
        </p:txBody>
      </p:sp>
      <p:sp>
        <p:nvSpPr>
          <p:cNvPr id="3" name="Date Placeholder 2"/>
          <p:cNvSpPr>
            <a:spLocks noGrp="1"/>
          </p:cNvSpPr>
          <p:nvPr>
            <p:ph type="dt" sz="quarter" idx="1"/>
          </p:nvPr>
        </p:nvSpPr>
        <p:spPr>
          <a:xfrm>
            <a:off x="3939468" y="0"/>
            <a:ext cx="3013763" cy="463407"/>
          </a:xfrm>
          <a:prstGeom prst="rect">
            <a:avLst/>
          </a:prstGeom>
        </p:spPr>
        <p:txBody>
          <a:bodyPr vert="horz" lIns="91984" tIns="45993" rIns="91984" bIns="45993" rtlCol="0"/>
          <a:lstStyle>
            <a:lvl1pPr algn="r">
              <a:defRPr sz="1200"/>
            </a:lvl1pPr>
          </a:lstStyle>
          <a:p>
            <a:fld id="{05E10159-F0A2-4D32-8D81-E7CDE9B126A1}" type="datetimeFigureOut">
              <a:rPr lang="en-GB" smtClean="0"/>
              <a:pPr/>
              <a:t>14/11/2025</a:t>
            </a:fld>
            <a:endParaRPr lang="en-GB" dirty="0"/>
          </a:p>
        </p:txBody>
      </p:sp>
      <p:sp>
        <p:nvSpPr>
          <p:cNvPr id="4" name="Footer Placeholder 3"/>
          <p:cNvSpPr>
            <a:spLocks noGrp="1"/>
          </p:cNvSpPr>
          <p:nvPr>
            <p:ph type="ftr" sz="quarter" idx="2"/>
          </p:nvPr>
        </p:nvSpPr>
        <p:spPr>
          <a:xfrm>
            <a:off x="0" y="8772669"/>
            <a:ext cx="3013763" cy="463406"/>
          </a:xfrm>
          <a:prstGeom prst="rect">
            <a:avLst/>
          </a:prstGeom>
        </p:spPr>
        <p:txBody>
          <a:bodyPr vert="horz" lIns="91984" tIns="45993" rIns="91984" bIns="45993" rtlCol="0" anchor="b"/>
          <a:lstStyle>
            <a:lvl1pPr algn="l">
              <a:defRPr sz="1200"/>
            </a:lvl1pPr>
          </a:lstStyle>
          <a:p>
            <a:endParaRPr lang="en-GB" dirty="0"/>
          </a:p>
        </p:txBody>
      </p:sp>
      <p:sp>
        <p:nvSpPr>
          <p:cNvPr id="5" name="Slide Number Placeholder 4"/>
          <p:cNvSpPr>
            <a:spLocks noGrp="1"/>
          </p:cNvSpPr>
          <p:nvPr>
            <p:ph type="sldNum" sz="quarter" idx="3"/>
          </p:nvPr>
        </p:nvSpPr>
        <p:spPr>
          <a:xfrm>
            <a:off x="3939468" y="8772669"/>
            <a:ext cx="3013763" cy="463406"/>
          </a:xfrm>
          <a:prstGeom prst="rect">
            <a:avLst/>
          </a:prstGeom>
        </p:spPr>
        <p:txBody>
          <a:bodyPr vert="horz" lIns="91984" tIns="45993" rIns="91984" bIns="45993" rtlCol="0" anchor="b"/>
          <a:lstStyle>
            <a:lvl1pPr algn="r">
              <a:defRPr sz="1200"/>
            </a:lvl1pPr>
          </a:lstStyle>
          <a:p>
            <a:fld id="{3077A935-72BD-4A72-95B9-24F6FCC1AC0D}" type="slidenum">
              <a:rPr lang="en-GB" smtClean="0"/>
              <a:pPr/>
              <a:t>‹#›</a:t>
            </a:fld>
            <a:endParaRPr lang="en-GB" dirty="0"/>
          </a:p>
        </p:txBody>
      </p:sp>
    </p:spTree>
    <p:extLst>
      <p:ext uri="{BB962C8B-B14F-4D97-AF65-F5344CB8AC3E}">
        <p14:creationId xmlns:p14="http://schemas.microsoft.com/office/powerpoint/2010/main" val="386442895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407"/>
          </a:xfrm>
          <a:prstGeom prst="rect">
            <a:avLst/>
          </a:prstGeom>
        </p:spPr>
        <p:txBody>
          <a:bodyPr vert="horz" lIns="91984" tIns="45993" rIns="91984" bIns="45993" rtlCol="0"/>
          <a:lstStyle>
            <a:lvl1pPr algn="l">
              <a:defRPr sz="1200"/>
            </a:lvl1pPr>
          </a:lstStyle>
          <a:p>
            <a:endParaRPr lang="en-US" dirty="0"/>
          </a:p>
        </p:txBody>
      </p:sp>
      <p:sp>
        <p:nvSpPr>
          <p:cNvPr id="3" name="Date Placeholder 2"/>
          <p:cNvSpPr>
            <a:spLocks noGrp="1"/>
          </p:cNvSpPr>
          <p:nvPr>
            <p:ph type="dt" idx="1"/>
          </p:nvPr>
        </p:nvSpPr>
        <p:spPr>
          <a:xfrm>
            <a:off x="3939468" y="0"/>
            <a:ext cx="3013763" cy="463407"/>
          </a:xfrm>
          <a:prstGeom prst="rect">
            <a:avLst/>
          </a:prstGeom>
        </p:spPr>
        <p:txBody>
          <a:bodyPr vert="horz" lIns="91984" tIns="45993" rIns="91984" bIns="45993" rtlCol="0"/>
          <a:lstStyle>
            <a:lvl1pPr algn="r">
              <a:defRPr sz="1200"/>
            </a:lvl1pPr>
          </a:lstStyle>
          <a:p>
            <a:fld id="{4B3414D8-DE98-4501-9537-CA1A4FD5D377}" type="datetimeFigureOut">
              <a:rPr lang="en-US" smtClean="0"/>
              <a:pPr/>
              <a:t>11/14/2025</a:t>
            </a:fld>
            <a:endParaRPr lang="en-US" dirty="0"/>
          </a:p>
        </p:txBody>
      </p:sp>
      <p:sp>
        <p:nvSpPr>
          <p:cNvPr id="4" name="Slide Image Placeholder 3"/>
          <p:cNvSpPr>
            <a:spLocks noGrp="1" noRot="1" noChangeAspect="1"/>
          </p:cNvSpPr>
          <p:nvPr>
            <p:ph type="sldImg" idx="2"/>
          </p:nvPr>
        </p:nvSpPr>
        <p:spPr>
          <a:xfrm>
            <a:off x="708025" y="1155700"/>
            <a:ext cx="5538788" cy="3116263"/>
          </a:xfrm>
          <a:prstGeom prst="rect">
            <a:avLst/>
          </a:prstGeom>
          <a:noFill/>
          <a:ln w="12700">
            <a:solidFill>
              <a:prstClr val="black"/>
            </a:solidFill>
          </a:ln>
        </p:spPr>
        <p:txBody>
          <a:bodyPr vert="horz" lIns="91984" tIns="45993" rIns="91984" bIns="45993" rtlCol="0" anchor="ctr"/>
          <a:lstStyle/>
          <a:p>
            <a:endParaRPr lang="en-US" dirty="0"/>
          </a:p>
        </p:txBody>
      </p:sp>
      <p:sp>
        <p:nvSpPr>
          <p:cNvPr id="5" name="Notes Placeholder 4"/>
          <p:cNvSpPr>
            <a:spLocks noGrp="1"/>
          </p:cNvSpPr>
          <p:nvPr>
            <p:ph type="body" sz="quarter" idx="3"/>
          </p:nvPr>
        </p:nvSpPr>
        <p:spPr>
          <a:xfrm>
            <a:off x="695484" y="4444863"/>
            <a:ext cx="5563870" cy="3636705"/>
          </a:xfrm>
          <a:prstGeom prst="rect">
            <a:avLst/>
          </a:prstGeom>
        </p:spPr>
        <p:txBody>
          <a:bodyPr vert="horz" lIns="91984" tIns="45993" rIns="91984" bIns="4599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3763" cy="463406"/>
          </a:xfrm>
          <a:prstGeom prst="rect">
            <a:avLst/>
          </a:prstGeom>
        </p:spPr>
        <p:txBody>
          <a:bodyPr vert="horz" lIns="91984" tIns="45993" rIns="91984" bIns="45993"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9468" y="8772669"/>
            <a:ext cx="3013763" cy="463406"/>
          </a:xfrm>
          <a:prstGeom prst="rect">
            <a:avLst/>
          </a:prstGeom>
        </p:spPr>
        <p:txBody>
          <a:bodyPr vert="horz" lIns="91984" tIns="45993" rIns="91984" bIns="45993" rtlCol="0" anchor="b"/>
          <a:lstStyle>
            <a:lvl1pPr algn="r">
              <a:defRPr sz="1200"/>
            </a:lvl1pPr>
          </a:lstStyle>
          <a:p>
            <a:fld id="{81B8B860-878D-42E0-A939-A76B42512671}" type="slidenum">
              <a:rPr lang="en-US" smtClean="0"/>
              <a:pPr/>
              <a:t>‹#›</a:t>
            </a:fld>
            <a:endParaRPr lang="en-US" dirty="0"/>
          </a:p>
        </p:txBody>
      </p:sp>
    </p:spTree>
    <p:extLst>
      <p:ext uri="{BB962C8B-B14F-4D97-AF65-F5344CB8AC3E}">
        <p14:creationId xmlns:p14="http://schemas.microsoft.com/office/powerpoint/2010/main" val="347497618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5.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4.xml"/><Relationship Id="rId4" Type="http://schemas.openxmlformats.org/officeDocument/2006/relationships/image" Target="../media/image5.jpe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0051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E5A25-6FE9-4CFA-BCAE-87070ADDC704}"/>
              </a:ext>
            </a:extLst>
          </p:cNvPr>
          <p:cNvSpPr>
            <a:spLocks noGrp="1"/>
          </p:cNvSpPr>
          <p:nvPr>
            <p:ph type="title"/>
          </p:nvPr>
        </p:nvSpPr>
        <p:spPr/>
        <p:txBody>
          <a:bodyPr/>
          <a:lstStyle/>
          <a:p>
            <a:endParaRPr lang="en-US" dirty="0"/>
          </a:p>
        </p:txBody>
      </p:sp>
      <p:sp>
        <p:nvSpPr>
          <p:cNvPr id="3" name="Date Placeholder 2">
            <a:extLst>
              <a:ext uri="{FF2B5EF4-FFF2-40B4-BE49-F238E27FC236}">
                <a16:creationId xmlns:a16="http://schemas.microsoft.com/office/drawing/2014/main" id="{755F5077-16BB-426F-BB01-3068988715CD}"/>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FE80C1DD-921E-4FA1-BC06-53918E283FC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44706D0-A6A2-41B1-B758-DE89C5C3F16F}"/>
              </a:ext>
            </a:extLst>
          </p:cNvPr>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373648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 Column Layout">
    <p:spTree>
      <p:nvGrpSpPr>
        <p:cNvPr id="1" name=""/>
        <p:cNvGrpSpPr/>
        <p:nvPr/>
      </p:nvGrpSpPr>
      <p:grpSpPr>
        <a:xfrm>
          <a:off x="0" y="0"/>
          <a:ext cx="0" cy="0"/>
          <a:chOff x="0" y="0"/>
          <a:chExt cx="0" cy="0"/>
        </a:xfrm>
      </p:grpSpPr>
      <p:sp>
        <p:nvSpPr>
          <p:cNvPr id="8" name="Title 1"/>
          <p:cNvSpPr>
            <a:spLocks noGrp="1"/>
          </p:cNvSpPr>
          <p:nvPr>
            <p:ph type="ctrTitle"/>
          </p:nvPr>
        </p:nvSpPr>
        <p:spPr>
          <a:xfrm>
            <a:off x="521621" y="1412979"/>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dirty="0"/>
              <a:t>Click to edit Master title style</a:t>
            </a:r>
          </a:p>
        </p:txBody>
      </p:sp>
      <p:sp>
        <p:nvSpPr>
          <p:cNvPr id="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dirty="0"/>
          </a:p>
        </p:txBody>
      </p:sp>
      <p:sp>
        <p:nvSpPr>
          <p:cNvPr id="10" name="Text Placeholder 9"/>
          <p:cNvSpPr>
            <a:spLocks noGrp="1"/>
          </p:cNvSpPr>
          <p:nvPr>
            <p:ph type="body" sz="quarter" idx="10"/>
          </p:nvPr>
        </p:nvSpPr>
        <p:spPr>
          <a:xfrm>
            <a:off x="601132" y="1944688"/>
            <a:ext cx="10960104" cy="4448175"/>
          </a:xfrm>
          <a:prstGeom prst="rect">
            <a:avLst/>
          </a:prstGeom>
        </p:spPr>
        <p:txBody>
          <a:bodyPr lIns="0" tIns="0" rIns="0" bIns="0"/>
          <a:lstStyle>
            <a:lvl1pPr marL="0" indent="0">
              <a:buNone/>
              <a:defRPr sz="1600" b="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dirty="0"/>
          </a:p>
        </p:txBody>
      </p:sp>
      <p:sp>
        <p:nvSpPr>
          <p:cNvPr id="3" name="Slide Number Placeholder 2"/>
          <p:cNvSpPr>
            <a:spLocks noGrp="1"/>
          </p:cNvSpPr>
          <p:nvPr>
            <p:ph type="sldNum" sz="quarter" idx="14"/>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
        <p:nvSpPr>
          <p:cNvPr id="6" name="TextBox 5">
            <a:extLst>
              <a:ext uri="{FF2B5EF4-FFF2-40B4-BE49-F238E27FC236}">
                <a16:creationId xmlns:a16="http://schemas.microsoft.com/office/drawing/2014/main" id="{6E0114EE-F052-49BD-8E23-B96AF1AD3B7F}"/>
              </a:ext>
            </a:extLst>
          </p:cNvPr>
          <p:cNvSpPr txBox="1"/>
          <p:nvPr userDrawn="1"/>
        </p:nvSpPr>
        <p:spPr>
          <a:xfrm>
            <a:off x="601134" y="6420149"/>
            <a:ext cx="4961860" cy="246221"/>
          </a:xfrm>
          <a:prstGeom prst="rect">
            <a:avLst/>
          </a:prstGeom>
          <a:noFill/>
        </p:spPr>
        <p:txBody>
          <a:bodyPr wrap="square" rtlCol="0">
            <a:spAutoFit/>
          </a:bodyPr>
          <a:lstStyle/>
          <a:p>
            <a:r>
              <a:rPr lang="en-US" sz="1000" dirty="0"/>
              <a:t>CW Services | TOYOTA</a:t>
            </a:r>
          </a:p>
        </p:txBody>
      </p:sp>
    </p:spTree>
    <p:extLst>
      <p:ext uri="{BB962C8B-B14F-4D97-AF65-F5344CB8AC3E}">
        <p14:creationId xmlns:p14="http://schemas.microsoft.com/office/powerpoint/2010/main" val="360324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Start ">
    <p:spTree>
      <p:nvGrpSpPr>
        <p:cNvPr id="1" name=""/>
        <p:cNvGrpSpPr/>
        <p:nvPr/>
      </p:nvGrpSpPr>
      <p:grpSpPr>
        <a:xfrm>
          <a:off x="0" y="0"/>
          <a:ext cx="0" cy="0"/>
          <a:chOff x="0" y="0"/>
          <a:chExt cx="0" cy="0"/>
        </a:xfrm>
      </p:grpSpPr>
      <p:sp>
        <p:nvSpPr>
          <p:cNvPr id="9" name="Freeform 8"/>
          <p:cNvSpPr/>
          <p:nvPr userDrawn="1"/>
        </p:nvSpPr>
        <p:spPr>
          <a:xfrm rot="1680000" flipH="1" flipV="1">
            <a:off x="8406162" y="1465127"/>
            <a:ext cx="4087743" cy="3486406"/>
          </a:xfrm>
          <a:custGeom>
            <a:avLst/>
            <a:gdLst>
              <a:gd name="connsiteX0" fmla="*/ 0 w 431321"/>
              <a:gd name="connsiteY0" fmla="*/ 0 h 3278038"/>
              <a:gd name="connsiteX1" fmla="*/ 431321 w 431321"/>
              <a:gd name="connsiteY1" fmla="*/ 0 h 3278038"/>
              <a:gd name="connsiteX2" fmla="*/ 431321 w 431321"/>
              <a:gd name="connsiteY2" fmla="*/ 3278038 h 3278038"/>
              <a:gd name="connsiteX3" fmla="*/ 0 w 431321"/>
              <a:gd name="connsiteY3" fmla="*/ 3278038 h 3278038"/>
              <a:gd name="connsiteX4" fmla="*/ 0 w 431321"/>
              <a:gd name="connsiteY4" fmla="*/ 0 h 3278038"/>
              <a:gd name="connsiteX0" fmla="*/ 0 w 1952909"/>
              <a:gd name="connsiteY0" fmla="*/ 1033753 h 3278038"/>
              <a:gd name="connsiteX1" fmla="*/ 1952909 w 1952909"/>
              <a:gd name="connsiteY1" fmla="*/ 0 h 3278038"/>
              <a:gd name="connsiteX2" fmla="*/ 1952909 w 1952909"/>
              <a:gd name="connsiteY2" fmla="*/ 3278038 h 3278038"/>
              <a:gd name="connsiteX3" fmla="*/ 1521588 w 1952909"/>
              <a:gd name="connsiteY3" fmla="*/ 3278038 h 3278038"/>
              <a:gd name="connsiteX4" fmla="*/ 0 w 1952909"/>
              <a:gd name="connsiteY4" fmla="*/ 1033753 h 3278038"/>
              <a:gd name="connsiteX0" fmla="*/ 0 w 3541702"/>
              <a:gd name="connsiteY0" fmla="*/ 1888300 h 3278038"/>
              <a:gd name="connsiteX1" fmla="*/ 3541702 w 3541702"/>
              <a:gd name="connsiteY1" fmla="*/ 0 h 3278038"/>
              <a:gd name="connsiteX2" fmla="*/ 3541702 w 3541702"/>
              <a:gd name="connsiteY2" fmla="*/ 3278038 h 3278038"/>
              <a:gd name="connsiteX3" fmla="*/ 3110381 w 3541702"/>
              <a:gd name="connsiteY3" fmla="*/ 3278038 h 3278038"/>
              <a:gd name="connsiteX4" fmla="*/ 0 w 3541702"/>
              <a:gd name="connsiteY4" fmla="*/ 1888300 h 3278038"/>
              <a:gd name="connsiteX0" fmla="*/ 0 w 3541702"/>
              <a:gd name="connsiteY0" fmla="*/ 1888300 h 5723271"/>
              <a:gd name="connsiteX1" fmla="*/ 3541702 w 3541702"/>
              <a:gd name="connsiteY1" fmla="*/ 0 h 5723271"/>
              <a:gd name="connsiteX2" fmla="*/ 3541702 w 3541702"/>
              <a:gd name="connsiteY2" fmla="*/ 3278038 h 5723271"/>
              <a:gd name="connsiteX3" fmla="*/ 2039089 w 3541702"/>
              <a:gd name="connsiteY3" fmla="*/ 5723271 h 5723271"/>
              <a:gd name="connsiteX4" fmla="*/ 0 w 3541702"/>
              <a:gd name="connsiteY4" fmla="*/ 1888300 h 5723271"/>
              <a:gd name="connsiteX0" fmla="*/ 0 w 3541702"/>
              <a:gd name="connsiteY0" fmla="*/ 1888300 h 5723271"/>
              <a:gd name="connsiteX1" fmla="*/ 3541702 w 3541702"/>
              <a:gd name="connsiteY1" fmla="*/ 0 h 5723271"/>
              <a:gd name="connsiteX2" fmla="*/ 3530999 w 3541702"/>
              <a:gd name="connsiteY2" fmla="*/ 4930010 h 5723271"/>
              <a:gd name="connsiteX3" fmla="*/ 2039089 w 3541702"/>
              <a:gd name="connsiteY3" fmla="*/ 5723271 h 5723271"/>
              <a:gd name="connsiteX4" fmla="*/ 0 w 3541702"/>
              <a:gd name="connsiteY4" fmla="*/ 1888300 h 5723271"/>
              <a:gd name="connsiteX0" fmla="*/ 0 w 5020365"/>
              <a:gd name="connsiteY0" fmla="*/ 2673844 h 5723271"/>
              <a:gd name="connsiteX1" fmla="*/ 5020365 w 5020365"/>
              <a:gd name="connsiteY1" fmla="*/ 0 h 5723271"/>
              <a:gd name="connsiteX2" fmla="*/ 5009662 w 5020365"/>
              <a:gd name="connsiteY2" fmla="*/ 4930010 h 5723271"/>
              <a:gd name="connsiteX3" fmla="*/ 3517752 w 5020365"/>
              <a:gd name="connsiteY3" fmla="*/ 5723271 h 5723271"/>
              <a:gd name="connsiteX4" fmla="*/ 0 w 5020365"/>
              <a:gd name="connsiteY4" fmla="*/ 2673844 h 5723271"/>
              <a:gd name="connsiteX0" fmla="*/ 0 w 5020365"/>
              <a:gd name="connsiteY0" fmla="*/ 2673844 h 7012041"/>
              <a:gd name="connsiteX1" fmla="*/ 5020365 w 5020365"/>
              <a:gd name="connsiteY1" fmla="*/ 0 h 7012041"/>
              <a:gd name="connsiteX2" fmla="*/ 5009662 w 5020365"/>
              <a:gd name="connsiteY2" fmla="*/ 4930010 h 7012041"/>
              <a:gd name="connsiteX3" fmla="*/ 2306660 w 5020365"/>
              <a:gd name="connsiteY3" fmla="*/ 7012041 h 7012041"/>
              <a:gd name="connsiteX4" fmla="*/ 0 w 5020365"/>
              <a:gd name="connsiteY4" fmla="*/ 2673844 h 7012041"/>
              <a:gd name="connsiteX0" fmla="*/ 0 w 5021554"/>
              <a:gd name="connsiteY0" fmla="*/ 2673844 h 7012041"/>
              <a:gd name="connsiteX1" fmla="*/ 5020365 w 5021554"/>
              <a:gd name="connsiteY1" fmla="*/ 0 h 7012041"/>
              <a:gd name="connsiteX2" fmla="*/ 5017986 w 5021554"/>
              <a:gd name="connsiteY2" fmla="*/ 5570404 h 7012041"/>
              <a:gd name="connsiteX3" fmla="*/ 2306660 w 5021554"/>
              <a:gd name="connsiteY3" fmla="*/ 7012041 h 7012041"/>
              <a:gd name="connsiteX4" fmla="*/ 0 w 5021554"/>
              <a:gd name="connsiteY4" fmla="*/ 2673844 h 7012041"/>
              <a:gd name="connsiteX0" fmla="*/ 0 w 5850422"/>
              <a:gd name="connsiteY0" fmla="*/ 3114561 h 7012041"/>
              <a:gd name="connsiteX1" fmla="*/ 5849233 w 5850422"/>
              <a:gd name="connsiteY1" fmla="*/ 0 h 7012041"/>
              <a:gd name="connsiteX2" fmla="*/ 5846854 w 5850422"/>
              <a:gd name="connsiteY2" fmla="*/ 5570404 h 7012041"/>
              <a:gd name="connsiteX3" fmla="*/ 3135528 w 5850422"/>
              <a:gd name="connsiteY3" fmla="*/ 7012041 h 7012041"/>
              <a:gd name="connsiteX4" fmla="*/ 0 w 5850422"/>
              <a:gd name="connsiteY4" fmla="*/ 3114561 h 7012041"/>
              <a:gd name="connsiteX0" fmla="*/ 0 w 5850422"/>
              <a:gd name="connsiteY0" fmla="*/ 3114561 h 7452758"/>
              <a:gd name="connsiteX1" fmla="*/ 5849233 w 5850422"/>
              <a:gd name="connsiteY1" fmla="*/ 0 h 7452758"/>
              <a:gd name="connsiteX2" fmla="*/ 5846854 w 5850422"/>
              <a:gd name="connsiteY2" fmla="*/ 5570404 h 7452758"/>
              <a:gd name="connsiteX3" fmla="*/ 2306661 w 5850422"/>
              <a:gd name="connsiteY3" fmla="*/ 7452758 h 7452758"/>
              <a:gd name="connsiteX4" fmla="*/ 0 w 5850422"/>
              <a:gd name="connsiteY4" fmla="*/ 3114561 h 7452758"/>
              <a:gd name="connsiteX0" fmla="*/ 0 w 5850422"/>
              <a:gd name="connsiteY0" fmla="*/ 3114561 h 5570404"/>
              <a:gd name="connsiteX1" fmla="*/ 5849233 w 5850422"/>
              <a:gd name="connsiteY1" fmla="*/ 0 h 5570404"/>
              <a:gd name="connsiteX2" fmla="*/ 5846854 w 5850422"/>
              <a:gd name="connsiteY2" fmla="*/ 5570404 h 5570404"/>
              <a:gd name="connsiteX3" fmla="*/ 3474463 w 5850422"/>
              <a:gd name="connsiteY3" fmla="*/ 4759371 h 5570404"/>
              <a:gd name="connsiteX4" fmla="*/ 0 w 5850422"/>
              <a:gd name="connsiteY4" fmla="*/ 3114561 h 5570404"/>
              <a:gd name="connsiteX0" fmla="*/ 0 w 5856216"/>
              <a:gd name="connsiteY0" fmla="*/ 3114561 h 4759371"/>
              <a:gd name="connsiteX1" fmla="*/ 5849233 w 5856216"/>
              <a:gd name="connsiteY1" fmla="*/ 0 h 4759371"/>
              <a:gd name="connsiteX2" fmla="*/ 5852648 w 5856216"/>
              <a:gd name="connsiteY2" fmla="*/ 4566615 h 4759371"/>
              <a:gd name="connsiteX3" fmla="*/ 3474463 w 5856216"/>
              <a:gd name="connsiteY3" fmla="*/ 4759371 h 4759371"/>
              <a:gd name="connsiteX4" fmla="*/ 0 w 5856216"/>
              <a:gd name="connsiteY4" fmla="*/ 3114561 h 4759371"/>
              <a:gd name="connsiteX0" fmla="*/ 487124 w 2381753"/>
              <a:gd name="connsiteY0" fmla="*/ 1010044 h 4759371"/>
              <a:gd name="connsiteX1" fmla="*/ 2374770 w 2381753"/>
              <a:gd name="connsiteY1" fmla="*/ 0 h 4759371"/>
              <a:gd name="connsiteX2" fmla="*/ 2378185 w 2381753"/>
              <a:gd name="connsiteY2" fmla="*/ 4566615 h 4759371"/>
              <a:gd name="connsiteX3" fmla="*/ 0 w 2381753"/>
              <a:gd name="connsiteY3" fmla="*/ 4759371 h 4759371"/>
              <a:gd name="connsiteX4" fmla="*/ 487124 w 2381753"/>
              <a:gd name="connsiteY4" fmla="*/ 1010044 h 4759371"/>
              <a:gd name="connsiteX0" fmla="*/ 0 w 1894629"/>
              <a:gd name="connsiteY0" fmla="*/ 1010044 h 4566615"/>
              <a:gd name="connsiteX1" fmla="*/ 1887646 w 1894629"/>
              <a:gd name="connsiteY1" fmla="*/ 0 h 4566615"/>
              <a:gd name="connsiteX2" fmla="*/ 1891061 w 1894629"/>
              <a:gd name="connsiteY2" fmla="*/ 4566615 h 4566615"/>
              <a:gd name="connsiteX3" fmla="*/ 913720 w 1894629"/>
              <a:gd name="connsiteY3" fmla="*/ 2728503 h 4566615"/>
              <a:gd name="connsiteX4" fmla="*/ 0 w 1894629"/>
              <a:gd name="connsiteY4" fmla="*/ 1010044 h 4566615"/>
              <a:gd name="connsiteX0" fmla="*/ 0 w 1894351"/>
              <a:gd name="connsiteY0" fmla="*/ 1010044 h 3876274"/>
              <a:gd name="connsiteX1" fmla="*/ 1887646 w 1894351"/>
              <a:gd name="connsiteY1" fmla="*/ 0 h 3876274"/>
              <a:gd name="connsiteX2" fmla="*/ 1890783 w 1894351"/>
              <a:gd name="connsiteY2" fmla="*/ 3876274 h 3876274"/>
              <a:gd name="connsiteX3" fmla="*/ 913720 w 1894351"/>
              <a:gd name="connsiteY3" fmla="*/ 2728503 h 3876274"/>
              <a:gd name="connsiteX4" fmla="*/ 0 w 1894351"/>
              <a:gd name="connsiteY4" fmla="*/ 1010044 h 3876274"/>
              <a:gd name="connsiteX0" fmla="*/ 0 w 1894351"/>
              <a:gd name="connsiteY0" fmla="*/ 1010044 h 4390522"/>
              <a:gd name="connsiteX1" fmla="*/ 1887646 w 1894351"/>
              <a:gd name="connsiteY1" fmla="*/ 0 h 4390522"/>
              <a:gd name="connsiteX2" fmla="*/ 1890783 w 1894351"/>
              <a:gd name="connsiteY2" fmla="*/ 3876274 h 4390522"/>
              <a:gd name="connsiteX3" fmla="*/ 923625 w 1894351"/>
              <a:gd name="connsiteY3" fmla="*/ 4390522 h 4390522"/>
              <a:gd name="connsiteX4" fmla="*/ 0 w 1894351"/>
              <a:gd name="connsiteY4" fmla="*/ 1010044 h 4390522"/>
              <a:gd name="connsiteX0" fmla="*/ 0 w 2579799"/>
              <a:gd name="connsiteY0" fmla="*/ 1364296 h 4390522"/>
              <a:gd name="connsiteX1" fmla="*/ 2573094 w 2579799"/>
              <a:gd name="connsiteY1" fmla="*/ 0 h 4390522"/>
              <a:gd name="connsiteX2" fmla="*/ 2576231 w 2579799"/>
              <a:gd name="connsiteY2" fmla="*/ 3876274 h 4390522"/>
              <a:gd name="connsiteX3" fmla="*/ 1609073 w 2579799"/>
              <a:gd name="connsiteY3" fmla="*/ 4390522 h 4390522"/>
              <a:gd name="connsiteX4" fmla="*/ 0 w 2579799"/>
              <a:gd name="connsiteY4" fmla="*/ 1364296 h 4390522"/>
              <a:gd name="connsiteX0" fmla="*/ 0 w 2579799"/>
              <a:gd name="connsiteY0" fmla="*/ 1364296 h 4502315"/>
              <a:gd name="connsiteX1" fmla="*/ 2573094 w 2579799"/>
              <a:gd name="connsiteY1" fmla="*/ 0 h 4502315"/>
              <a:gd name="connsiteX2" fmla="*/ 2576231 w 2579799"/>
              <a:gd name="connsiteY2" fmla="*/ 3876274 h 4502315"/>
              <a:gd name="connsiteX3" fmla="*/ 1398821 w 2579799"/>
              <a:gd name="connsiteY3" fmla="*/ 4502315 h 4502315"/>
              <a:gd name="connsiteX4" fmla="*/ 0 w 2579799"/>
              <a:gd name="connsiteY4" fmla="*/ 1364296 h 4502315"/>
              <a:gd name="connsiteX0" fmla="*/ 0 w 2790052"/>
              <a:gd name="connsiteY0" fmla="*/ 1476088 h 4502315"/>
              <a:gd name="connsiteX1" fmla="*/ 2783347 w 2790052"/>
              <a:gd name="connsiteY1" fmla="*/ 0 h 4502315"/>
              <a:gd name="connsiteX2" fmla="*/ 2786484 w 2790052"/>
              <a:gd name="connsiteY2" fmla="*/ 3876274 h 4502315"/>
              <a:gd name="connsiteX3" fmla="*/ 1609074 w 2790052"/>
              <a:gd name="connsiteY3" fmla="*/ 4502315 h 4502315"/>
              <a:gd name="connsiteX4" fmla="*/ 0 w 2790052"/>
              <a:gd name="connsiteY4" fmla="*/ 1476088 h 4502315"/>
              <a:gd name="connsiteX0" fmla="*/ 0 w 2786484"/>
              <a:gd name="connsiteY0" fmla="*/ 1476088 h 4502315"/>
              <a:gd name="connsiteX1" fmla="*/ 2783347 w 2786484"/>
              <a:gd name="connsiteY1" fmla="*/ 0 h 4502315"/>
              <a:gd name="connsiteX2" fmla="*/ 2786484 w 2786484"/>
              <a:gd name="connsiteY2" fmla="*/ 3876274 h 4502315"/>
              <a:gd name="connsiteX3" fmla="*/ 1609074 w 2786484"/>
              <a:gd name="connsiteY3" fmla="*/ 4502315 h 4502315"/>
              <a:gd name="connsiteX4" fmla="*/ 0 w 2786484"/>
              <a:gd name="connsiteY4" fmla="*/ 1476088 h 4502315"/>
              <a:gd name="connsiteX0" fmla="*/ 0 w 2783347"/>
              <a:gd name="connsiteY0" fmla="*/ 1476088 h 4502315"/>
              <a:gd name="connsiteX1" fmla="*/ 2783347 w 2783347"/>
              <a:gd name="connsiteY1" fmla="*/ 0 h 4502315"/>
              <a:gd name="connsiteX2" fmla="*/ 2781797 w 2783347"/>
              <a:gd name="connsiteY2" fmla="*/ 1676271 h 4502315"/>
              <a:gd name="connsiteX3" fmla="*/ 1609074 w 2783347"/>
              <a:gd name="connsiteY3" fmla="*/ 4502315 h 4502315"/>
              <a:gd name="connsiteX4" fmla="*/ 0 w 2783347"/>
              <a:gd name="connsiteY4" fmla="*/ 1476088 h 4502315"/>
              <a:gd name="connsiteX0" fmla="*/ 0 w 2783347"/>
              <a:gd name="connsiteY0" fmla="*/ 1476088 h 2785258"/>
              <a:gd name="connsiteX1" fmla="*/ 2783347 w 2783347"/>
              <a:gd name="connsiteY1" fmla="*/ 0 h 2785258"/>
              <a:gd name="connsiteX2" fmla="*/ 2781797 w 2783347"/>
              <a:gd name="connsiteY2" fmla="*/ 1676271 h 2785258"/>
              <a:gd name="connsiteX3" fmla="*/ 696098 w 2783347"/>
              <a:gd name="connsiteY3" fmla="*/ 2785258 h 2785258"/>
              <a:gd name="connsiteX4" fmla="*/ 0 w 2783347"/>
              <a:gd name="connsiteY4" fmla="*/ 1476088 h 2785258"/>
              <a:gd name="connsiteX0" fmla="*/ 0 w 2781797"/>
              <a:gd name="connsiteY0" fmla="*/ 2177236 h 3486406"/>
              <a:gd name="connsiteX1" fmla="*/ 2779865 w 2781797"/>
              <a:gd name="connsiteY1" fmla="*/ 0 h 3486406"/>
              <a:gd name="connsiteX2" fmla="*/ 2781797 w 2781797"/>
              <a:gd name="connsiteY2" fmla="*/ 2377419 h 3486406"/>
              <a:gd name="connsiteX3" fmla="*/ 696098 w 2781797"/>
              <a:gd name="connsiteY3" fmla="*/ 3486406 h 3486406"/>
              <a:gd name="connsiteX4" fmla="*/ 0 w 2781797"/>
              <a:gd name="connsiteY4" fmla="*/ 2177236 h 3486406"/>
              <a:gd name="connsiteX0" fmla="*/ 0 w 3065807"/>
              <a:gd name="connsiteY0" fmla="*/ 1643095 h 3486406"/>
              <a:gd name="connsiteX1" fmla="*/ 3063875 w 3065807"/>
              <a:gd name="connsiteY1" fmla="*/ 0 h 3486406"/>
              <a:gd name="connsiteX2" fmla="*/ 3065807 w 3065807"/>
              <a:gd name="connsiteY2" fmla="*/ 2377419 h 3486406"/>
              <a:gd name="connsiteX3" fmla="*/ 980108 w 3065807"/>
              <a:gd name="connsiteY3" fmla="*/ 3486406 h 3486406"/>
              <a:gd name="connsiteX4" fmla="*/ 0 w 3065807"/>
              <a:gd name="connsiteY4" fmla="*/ 1643095 h 3486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5807" h="3486406">
                <a:moveTo>
                  <a:pt x="0" y="1643095"/>
                </a:moveTo>
                <a:lnTo>
                  <a:pt x="3063875" y="0"/>
                </a:lnTo>
                <a:cubicBezTo>
                  <a:pt x="3060307" y="1643337"/>
                  <a:pt x="3065603" y="1944314"/>
                  <a:pt x="3065807" y="2377419"/>
                </a:cubicBezTo>
                <a:lnTo>
                  <a:pt x="980108" y="3486406"/>
                </a:lnTo>
                <a:lnTo>
                  <a:pt x="0" y="1643095"/>
                </a:lnTo>
                <a:close/>
              </a:path>
            </a:pathLst>
          </a:cu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Picture Placeholder 10"/>
          <p:cNvSpPr>
            <a:spLocks noGrp="1"/>
          </p:cNvSpPr>
          <p:nvPr>
            <p:ph type="pic" sz="quarter" idx="10"/>
          </p:nvPr>
        </p:nvSpPr>
        <p:spPr>
          <a:xfrm>
            <a:off x="5562602" y="4168776"/>
            <a:ext cx="6629399" cy="2689225"/>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1416981 w 4972049"/>
              <a:gd name="connsiteY0" fmla="*/ 655637 h 3344862"/>
              <a:gd name="connsiteX1" fmla="*/ 4962524 w 4972049"/>
              <a:gd name="connsiteY1" fmla="*/ 0 h 3344862"/>
              <a:gd name="connsiteX2" fmla="*/ 4972049 w 4972049"/>
              <a:gd name="connsiteY2" fmla="*/ 3344862 h 3344862"/>
              <a:gd name="connsiteX3" fmla="*/ 0 w 4972049"/>
              <a:gd name="connsiteY3" fmla="*/ 3344862 h 3344862"/>
              <a:gd name="connsiteX4" fmla="*/ 1416981 w 4972049"/>
              <a:gd name="connsiteY4" fmla="*/ 655637 h 3344862"/>
              <a:gd name="connsiteX0" fmla="*/ 1416981 w 4972049"/>
              <a:gd name="connsiteY0" fmla="*/ 0 h 2689225"/>
              <a:gd name="connsiteX1" fmla="*/ 4972049 w 4972049"/>
              <a:gd name="connsiteY1" fmla="*/ 0 h 2689225"/>
              <a:gd name="connsiteX2" fmla="*/ 4972049 w 4972049"/>
              <a:gd name="connsiteY2" fmla="*/ 2689225 h 2689225"/>
              <a:gd name="connsiteX3" fmla="*/ 0 w 4972049"/>
              <a:gd name="connsiteY3" fmla="*/ 2689225 h 2689225"/>
              <a:gd name="connsiteX4" fmla="*/ 1416981 w 4972049"/>
              <a:gd name="connsiteY4" fmla="*/ 0 h 2689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2049" h="2689225">
                <a:moveTo>
                  <a:pt x="1416981" y="0"/>
                </a:moveTo>
                <a:lnTo>
                  <a:pt x="4972049" y="0"/>
                </a:lnTo>
                <a:lnTo>
                  <a:pt x="4972049" y="2689225"/>
                </a:lnTo>
                <a:lnTo>
                  <a:pt x="0" y="2689225"/>
                </a:lnTo>
                <a:lnTo>
                  <a:pt x="1416981" y="0"/>
                </a:lnTo>
                <a:close/>
              </a:path>
            </a:pathLst>
          </a:custGeom>
        </p:spPr>
        <p:txBody>
          <a:bodyPr anchor="ctr"/>
          <a:lstStyle>
            <a:lvl1pPr algn="ctr">
              <a:defRPr/>
            </a:lvl1pPr>
          </a:lstStyle>
          <a:p>
            <a:endParaRPr lang="en-US" dirty="0"/>
          </a:p>
        </p:txBody>
      </p:sp>
      <p:sp>
        <p:nvSpPr>
          <p:cNvPr id="15" name="Text Placeholder 14"/>
          <p:cNvSpPr>
            <a:spLocks noGrp="1"/>
          </p:cNvSpPr>
          <p:nvPr>
            <p:ph type="body" sz="quarter" idx="12"/>
          </p:nvPr>
        </p:nvSpPr>
        <p:spPr>
          <a:xfrm>
            <a:off x="601132" y="1944689"/>
            <a:ext cx="5499101" cy="4448175"/>
          </a:xfrm>
          <a:prstGeom prst="rect">
            <a:avLst/>
          </a:prstGeom>
        </p:spPr>
        <p:txBody>
          <a:bodyPr lIns="0" tIns="0" rIns="0" bIns="0"/>
          <a:lstStyle>
            <a:lvl1pPr>
              <a:buNone/>
              <a:defRPr sz="1400">
                <a:solidFill>
                  <a:schemeClr val="tx1"/>
                </a:solidFill>
              </a:defRPr>
            </a:lvl1pPr>
            <a:lvl2pPr>
              <a:buNone/>
              <a:defRPr sz="1400">
                <a:solidFill>
                  <a:schemeClr val="tx2"/>
                </a:solidFill>
              </a:defRPr>
            </a:lvl2pPr>
            <a:lvl3pPr>
              <a:buNone/>
              <a:defRPr sz="1400">
                <a:solidFill>
                  <a:schemeClr val="tx2"/>
                </a:solidFill>
              </a:defRPr>
            </a:lvl3pPr>
            <a:lvl4pPr>
              <a:buNone/>
              <a:defRPr sz="1400">
                <a:solidFill>
                  <a:schemeClr val="tx2"/>
                </a:solidFill>
              </a:defRPr>
            </a:lvl4pPr>
            <a:lvl5pPr>
              <a:buNone/>
              <a:defRPr sz="1400">
                <a:solidFill>
                  <a:schemeClr val="tx2"/>
                </a:solidFill>
              </a:defRPr>
            </a:lvl5pPr>
          </a:lstStyle>
          <a:p>
            <a:pPr lvl="0"/>
            <a:endParaRPr lang="en-US"/>
          </a:p>
        </p:txBody>
      </p:sp>
      <p:sp>
        <p:nvSpPr>
          <p:cNvPr id="17" name="Picture Placeholder 16"/>
          <p:cNvSpPr>
            <a:spLocks noGrp="1"/>
          </p:cNvSpPr>
          <p:nvPr>
            <p:ph type="pic" sz="quarter" idx="13" hasCustomPrompt="1"/>
          </p:nvPr>
        </p:nvSpPr>
        <p:spPr>
          <a:xfrm>
            <a:off x="10606617" y="2545557"/>
            <a:ext cx="980017" cy="735013"/>
          </a:xfrm>
          <a:prstGeom prst="rect">
            <a:avLst/>
          </a:prstGeom>
        </p:spPr>
        <p:txBody>
          <a:bodyPr anchor="ctr"/>
          <a:lstStyle>
            <a:lvl1pPr algn="ctr">
              <a:buNone/>
              <a:defRPr sz="1600">
                <a:solidFill>
                  <a:schemeClr val="accent6"/>
                </a:solidFill>
              </a:defRPr>
            </a:lvl1pPr>
          </a:lstStyle>
          <a:p>
            <a:r>
              <a:rPr lang="en-US" dirty="0"/>
              <a:t>icon</a:t>
            </a:r>
          </a:p>
        </p:txBody>
      </p:sp>
      <p:sp>
        <p:nvSpPr>
          <p:cNvPr id="19" name="Text Placeholder 18"/>
          <p:cNvSpPr>
            <a:spLocks noGrp="1"/>
          </p:cNvSpPr>
          <p:nvPr>
            <p:ph type="body" sz="quarter" idx="14"/>
          </p:nvPr>
        </p:nvSpPr>
        <p:spPr>
          <a:xfrm>
            <a:off x="9334500" y="3280569"/>
            <a:ext cx="2252133" cy="579437"/>
          </a:xfrm>
          <a:prstGeom prst="rect">
            <a:avLst/>
          </a:prstGeom>
        </p:spPr>
        <p:txBody>
          <a:bodyPr/>
          <a:lstStyle>
            <a:lvl1pPr algn="r">
              <a:buNone/>
              <a:defRPr sz="1200">
                <a:solidFill>
                  <a:schemeClr val="bg1"/>
                </a:solidFill>
              </a:defRPr>
            </a:lvl1pPr>
            <a:lvl2pPr algn="r">
              <a:defRPr sz="1200">
                <a:solidFill>
                  <a:schemeClr val="accent6"/>
                </a:solidFill>
              </a:defRPr>
            </a:lvl2pPr>
            <a:lvl3pPr algn="r">
              <a:defRPr sz="1200">
                <a:solidFill>
                  <a:schemeClr val="accent6"/>
                </a:solidFill>
              </a:defRPr>
            </a:lvl3pPr>
            <a:lvl4pPr algn="r">
              <a:defRPr sz="1200">
                <a:solidFill>
                  <a:schemeClr val="accent6"/>
                </a:solidFill>
              </a:defRPr>
            </a:lvl4pPr>
            <a:lvl5pPr algn="r">
              <a:defRPr sz="1200">
                <a:solidFill>
                  <a:schemeClr val="accent6"/>
                </a:solidFill>
              </a:defRPr>
            </a:lvl5pPr>
          </a:lstStyle>
          <a:p>
            <a:pPr lvl="0"/>
            <a:endParaRPr lang="en-US"/>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5"/>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4" name="Text Placeholder 3"/>
          <p:cNvSpPr>
            <a:spLocks noGrp="1"/>
          </p:cNvSpPr>
          <p:nvPr>
            <p:ph type="body" sz="quarter" idx="16" hasCustomPrompt="1"/>
          </p:nvPr>
        </p:nvSpPr>
        <p:spPr>
          <a:xfrm>
            <a:off x="10464800" y="6392864"/>
            <a:ext cx="1244600" cy="226219"/>
          </a:xfrm>
          <a:prstGeom prst="rect">
            <a:avLst/>
          </a:prstGeom>
        </p:spPr>
        <p:txBody>
          <a:bodyPr/>
          <a:lstStyle>
            <a:lvl1pPr marL="0" indent="0" algn="r">
              <a:buNone/>
              <a:defRPr sz="1000">
                <a:solidFill>
                  <a:schemeClr val="bg1">
                    <a:lumMod val="50000"/>
                  </a:schemeClr>
                </a:solidFill>
              </a:defRPr>
            </a:lvl1pPr>
          </a:lstStyle>
          <a:p>
            <a:pPr lvl="0"/>
            <a:fld id="{C9020361-4387-49A2-9D19-027AC7A7E7F1}" type="slidenum">
              <a:rPr lang="en-US" sz="1000" smtClean="0"/>
              <a:pPr lvl="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3"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7" name="Slide Number Placeholder 6"/>
          <p:cNvSpPr>
            <a:spLocks noGrp="1"/>
          </p:cNvSpPr>
          <p:nvPr>
            <p:ph type="sldNum" sz="quarter" idx="13"/>
          </p:nvPr>
        </p:nvSpPr>
        <p:spPr/>
        <p:txBody>
          <a:bodyPr/>
          <a:lstStyle/>
          <a:p>
            <a:fld id="{E1F4A1F2-62AF-4C70-94F1-AA2404434839}" type="slidenum">
              <a:rPr lang="en-US" smtClean="0"/>
              <a:pPr/>
              <a:t>‹#›</a:t>
            </a:fld>
            <a:endParaRPr lang="en-US" dirty="0"/>
          </a:p>
        </p:txBody>
      </p:sp>
    </p:spTree>
  </p:cSld>
  <p:clrMapOvr>
    <a:masterClrMapping/>
  </p:clrMapOvr>
  <p:extLst>
    <p:ext uri="{DCECCB84-F9BA-43D5-87BE-67443E8EF086}">
      <p15:sldGuideLst xmlns:p15="http://schemas.microsoft.com/office/powerpoint/2012/main">
        <p15:guide id="1" pos="36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 Column Layou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2" y="1944688"/>
            <a:ext cx="10960104" cy="4448175"/>
          </a:xfrm>
          <a:prstGeom prst="rect">
            <a:avLst/>
          </a:prstGeom>
        </p:spPr>
        <p:txBody>
          <a:bodyPr lIns="0" tIns="0" rIns="0" bIns="0"/>
          <a:lstStyle>
            <a:lvl1pPr marL="0" indent="0">
              <a:buNone/>
              <a:defRPr sz="1600" b="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3" name="Slide Number Placeholder 2"/>
          <p:cNvSpPr>
            <a:spLocks noGrp="1"/>
          </p:cNvSpPr>
          <p:nvPr>
            <p:ph type="sldNum" sz="quarter" idx="14"/>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Column Layout with Imag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3" y="1944688"/>
            <a:ext cx="5499100" cy="4448175"/>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6" name="Picture Placeholder 10"/>
          <p:cNvSpPr>
            <a:spLocks noGrp="1"/>
          </p:cNvSpPr>
          <p:nvPr>
            <p:ph type="pic" sz="quarter" idx="11"/>
          </p:nvPr>
        </p:nvSpPr>
        <p:spPr>
          <a:xfrm>
            <a:off x="5334002" y="1944687"/>
            <a:ext cx="6857999" cy="4913314"/>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99" h="4913314">
                <a:moveTo>
                  <a:pt x="2619375" y="0"/>
                </a:moveTo>
                <a:lnTo>
                  <a:pt x="5143499" y="0"/>
                </a:lnTo>
                <a:lnTo>
                  <a:pt x="5143499" y="4913314"/>
                </a:lnTo>
                <a:lnTo>
                  <a:pt x="0" y="4913313"/>
                </a:lnTo>
                <a:lnTo>
                  <a:pt x="2619375" y="0"/>
                </a:lnTo>
                <a:close/>
              </a:path>
            </a:pathLst>
          </a:custGeom>
        </p:spPr>
        <p:txBody>
          <a:bodyPr anchor="ctr"/>
          <a:lstStyle>
            <a:lvl1pPr algn="ctr">
              <a:defRPr/>
            </a:lvl1pPr>
          </a:lstStyle>
          <a:p>
            <a:endParaRPr lang="en-US" dirty="0"/>
          </a:p>
        </p:txBody>
      </p:sp>
      <p:sp>
        <p:nvSpPr>
          <p:cNvPr id="8"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3" name="Slide Number Placeholder 2"/>
          <p:cNvSpPr>
            <a:spLocks noGrp="1"/>
          </p:cNvSpPr>
          <p:nvPr>
            <p:ph type="sldNum" sz="quarter" idx="14"/>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umn Layout with Multiple Imag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2" y="1944688"/>
            <a:ext cx="5499101" cy="4448175"/>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Picture Placeholder 10"/>
          <p:cNvSpPr>
            <a:spLocks noGrp="1"/>
          </p:cNvSpPr>
          <p:nvPr>
            <p:ph type="pic" sz="quarter" idx="11"/>
          </p:nvPr>
        </p:nvSpPr>
        <p:spPr>
          <a:xfrm>
            <a:off x="5334002" y="3427413"/>
            <a:ext cx="6857999" cy="3430588"/>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 name="connsiteX0" fmla="*/ 1820862 w 5143499"/>
              <a:gd name="connsiteY0" fmla="*/ 1482726 h 4913314"/>
              <a:gd name="connsiteX1" fmla="*/ 5143499 w 5143499"/>
              <a:gd name="connsiteY1" fmla="*/ 0 h 4913314"/>
              <a:gd name="connsiteX2" fmla="*/ 5143499 w 5143499"/>
              <a:gd name="connsiteY2" fmla="*/ 4913314 h 4913314"/>
              <a:gd name="connsiteX3" fmla="*/ 0 w 5143499"/>
              <a:gd name="connsiteY3" fmla="*/ 4913313 h 4913314"/>
              <a:gd name="connsiteX4" fmla="*/ 1820862 w 5143499"/>
              <a:gd name="connsiteY4" fmla="*/ 1482726 h 4913314"/>
              <a:gd name="connsiteX0" fmla="*/ 1820862 w 5143499"/>
              <a:gd name="connsiteY0" fmla="*/ 0 h 3430588"/>
              <a:gd name="connsiteX1" fmla="*/ 5143499 w 5143499"/>
              <a:gd name="connsiteY1" fmla="*/ 0 h 3430588"/>
              <a:gd name="connsiteX2" fmla="*/ 5143499 w 5143499"/>
              <a:gd name="connsiteY2" fmla="*/ 3430588 h 3430588"/>
              <a:gd name="connsiteX3" fmla="*/ 0 w 5143499"/>
              <a:gd name="connsiteY3" fmla="*/ 3430587 h 3430588"/>
              <a:gd name="connsiteX4" fmla="*/ 1820862 w 5143499"/>
              <a:gd name="connsiteY4" fmla="*/ 0 h 343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99" h="3430588">
                <a:moveTo>
                  <a:pt x="1820862" y="0"/>
                </a:moveTo>
                <a:lnTo>
                  <a:pt x="5143499" y="0"/>
                </a:lnTo>
                <a:lnTo>
                  <a:pt x="5143499" y="3430588"/>
                </a:lnTo>
                <a:lnTo>
                  <a:pt x="0" y="3430587"/>
                </a:lnTo>
                <a:lnTo>
                  <a:pt x="1820862" y="0"/>
                </a:lnTo>
                <a:close/>
              </a:path>
            </a:pathLst>
          </a:custGeom>
        </p:spPr>
        <p:txBody>
          <a:bodyPr anchor="ctr"/>
          <a:lstStyle>
            <a:lvl1pPr algn="ctr">
              <a:defRPr/>
            </a:lvl1pPr>
          </a:lstStyle>
          <a:p>
            <a:endParaRPr lang="en-US" dirty="0"/>
          </a:p>
        </p:txBody>
      </p:sp>
      <p:sp>
        <p:nvSpPr>
          <p:cNvPr id="9" name="Picture Placeholder 10"/>
          <p:cNvSpPr>
            <a:spLocks noGrp="1"/>
          </p:cNvSpPr>
          <p:nvPr>
            <p:ph type="pic" sz="quarter" idx="13"/>
          </p:nvPr>
        </p:nvSpPr>
        <p:spPr>
          <a:xfrm>
            <a:off x="7861301" y="1944687"/>
            <a:ext cx="4330699" cy="1349376"/>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 name="connsiteX0" fmla="*/ 1820862 w 5143499"/>
              <a:gd name="connsiteY0" fmla="*/ 1482726 h 4913314"/>
              <a:gd name="connsiteX1" fmla="*/ 5143499 w 5143499"/>
              <a:gd name="connsiteY1" fmla="*/ 0 h 4913314"/>
              <a:gd name="connsiteX2" fmla="*/ 5143499 w 5143499"/>
              <a:gd name="connsiteY2" fmla="*/ 4913314 h 4913314"/>
              <a:gd name="connsiteX3" fmla="*/ 0 w 5143499"/>
              <a:gd name="connsiteY3" fmla="*/ 4913313 h 4913314"/>
              <a:gd name="connsiteX4" fmla="*/ 1820862 w 5143499"/>
              <a:gd name="connsiteY4" fmla="*/ 1482726 h 4913314"/>
              <a:gd name="connsiteX0" fmla="*/ 1820862 w 5143499"/>
              <a:gd name="connsiteY0" fmla="*/ 0 h 3430588"/>
              <a:gd name="connsiteX1" fmla="*/ 5143499 w 5143499"/>
              <a:gd name="connsiteY1" fmla="*/ 0 h 3430588"/>
              <a:gd name="connsiteX2" fmla="*/ 5143499 w 5143499"/>
              <a:gd name="connsiteY2" fmla="*/ 3430588 h 3430588"/>
              <a:gd name="connsiteX3" fmla="*/ 0 w 5143499"/>
              <a:gd name="connsiteY3" fmla="*/ 3430587 h 3430588"/>
              <a:gd name="connsiteX4" fmla="*/ 1820862 w 5143499"/>
              <a:gd name="connsiteY4" fmla="*/ 0 h 3430588"/>
              <a:gd name="connsiteX0" fmla="*/ 731837 w 5143499"/>
              <a:gd name="connsiteY0" fmla="*/ 2081212 h 3430588"/>
              <a:gd name="connsiteX1" fmla="*/ 5143499 w 5143499"/>
              <a:gd name="connsiteY1" fmla="*/ 0 h 3430588"/>
              <a:gd name="connsiteX2" fmla="*/ 5143499 w 5143499"/>
              <a:gd name="connsiteY2" fmla="*/ 3430588 h 3430588"/>
              <a:gd name="connsiteX3" fmla="*/ 0 w 5143499"/>
              <a:gd name="connsiteY3" fmla="*/ 3430587 h 3430588"/>
              <a:gd name="connsiteX4" fmla="*/ 731837 w 5143499"/>
              <a:gd name="connsiteY4" fmla="*/ 2081212 h 3430588"/>
              <a:gd name="connsiteX0" fmla="*/ 731837 w 5143499"/>
              <a:gd name="connsiteY0" fmla="*/ 0 h 1349376"/>
              <a:gd name="connsiteX1" fmla="*/ 3022599 w 5143499"/>
              <a:gd name="connsiteY1" fmla="*/ 0 h 1349376"/>
              <a:gd name="connsiteX2" fmla="*/ 5143499 w 5143499"/>
              <a:gd name="connsiteY2" fmla="*/ 1349376 h 1349376"/>
              <a:gd name="connsiteX3" fmla="*/ 0 w 5143499"/>
              <a:gd name="connsiteY3" fmla="*/ 1349375 h 1349376"/>
              <a:gd name="connsiteX4" fmla="*/ 731837 w 5143499"/>
              <a:gd name="connsiteY4" fmla="*/ 0 h 1349376"/>
              <a:gd name="connsiteX0" fmla="*/ 731837 w 3248024"/>
              <a:gd name="connsiteY0" fmla="*/ 0 h 1349376"/>
              <a:gd name="connsiteX1" fmla="*/ 3022599 w 3248024"/>
              <a:gd name="connsiteY1" fmla="*/ 0 h 1349376"/>
              <a:gd name="connsiteX2" fmla="*/ 3248024 w 3248024"/>
              <a:gd name="connsiteY2" fmla="*/ 1349376 h 1349376"/>
              <a:gd name="connsiteX3" fmla="*/ 0 w 3248024"/>
              <a:gd name="connsiteY3" fmla="*/ 1349375 h 1349376"/>
              <a:gd name="connsiteX4" fmla="*/ 731837 w 3248024"/>
              <a:gd name="connsiteY4" fmla="*/ 0 h 1349376"/>
              <a:gd name="connsiteX0" fmla="*/ 731837 w 3248024"/>
              <a:gd name="connsiteY0" fmla="*/ 0 h 1349376"/>
              <a:gd name="connsiteX1" fmla="*/ 3248024 w 3248024"/>
              <a:gd name="connsiteY1" fmla="*/ 0 h 1349376"/>
              <a:gd name="connsiteX2" fmla="*/ 3248024 w 3248024"/>
              <a:gd name="connsiteY2" fmla="*/ 1349376 h 1349376"/>
              <a:gd name="connsiteX3" fmla="*/ 0 w 3248024"/>
              <a:gd name="connsiteY3" fmla="*/ 1349375 h 1349376"/>
              <a:gd name="connsiteX4" fmla="*/ 731837 w 3248024"/>
              <a:gd name="connsiteY4" fmla="*/ 0 h 1349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8024" h="1349376">
                <a:moveTo>
                  <a:pt x="731837" y="0"/>
                </a:moveTo>
                <a:lnTo>
                  <a:pt x="3248024" y="0"/>
                </a:lnTo>
                <a:lnTo>
                  <a:pt x="3248024" y="1349376"/>
                </a:lnTo>
                <a:lnTo>
                  <a:pt x="0" y="1349375"/>
                </a:lnTo>
                <a:lnTo>
                  <a:pt x="731837" y="0"/>
                </a:lnTo>
                <a:close/>
              </a:path>
            </a:pathLst>
          </a:custGeom>
        </p:spPr>
        <p:txBody>
          <a:bodyPr anchor="ctr"/>
          <a:lstStyle>
            <a:lvl1pPr algn="ctr">
              <a:defRPr/>
            </a:lvl1pPr>
          </a:lstStyle>
          <a:p>
            <a:endParaRPr lang="en-US" dirty="0"/>
          </a:p>
        </p:txBody>
      </p:sp>
      <p:sp>
        <p:nvSpPr>
          <p:cNvPr id="11"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2"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3" name="Slide Number Placeholder 2"/>
          <p:cNvSpPr>
            <a:spLocks noGrp="1"/>
          </p:cNvSpPr>
          <p:nvPr>
            <p:ph type="sldNum" sz="quarter" idx="15"/>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Text Column">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3" y="1944688"/>
            <a:ext cx="5308600" cy="4448175"/>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1" name="Text Placeholder 9"/>
          <p:cNvSpPr>
            <a:spLocks noGrp="1"/>
          </p:cNvSpPr>
          <p:nvPr>
            <p:ph type="body" sz="quarter" idx="11"/>
          </p:nvPr>
        </p:nvSpPr>
        <p:spPr>
          <a:xfrm>
            <a:off x="6261100" y="1944688"/>
            <a:ext cx="5325533" cy="4448175"/>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7"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8"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3" name="Slide Number Placeholder 2"/>
          <p:cNvSpPr>
            <a:spLocks noGrp="1"/>
          </p:cNvSpPr>
          <p:nvPr>
            <p:ph type="sldNum" sz="quarter" idx="14"/>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2 Text Column">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3" y="1944688"/>
            <a:ext cx="5308600" cy="2798763"/>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1" name="Text Placeholder 9"/>
          <p:cNvSpPr>
            <a:spLocks noGrp="1"/>
          </p:cNvSpPr>
          <p:nvPr>
            <p:ph type="body" sz="quarter" idx="11"/>
          </p:nvPr>
        </p:nvSpPr>
        <p:spPr>
          <a:xfrm>
            <a:off x="6261100" y="1944688"/>
            <a:ext cx="5325533" cy="2798763"/>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7" name="Picture Placeholder 10"/>
          <p:cNvSpPr>
            <a:spLocks noGrp="1"/>
          </p:cNvSpPr>
          <p:nvPr>
            <p:ph type="pic" sz="quarter" idx="13"/>
          </p:nvPr>
        </p:nvSpPr>
        <p:spPr>
          <a:xfrm>
            <a:off x="6100234" y="4921250"/>
            <a:ext cx="6091767" cy="1936750"/>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 name="connsiteX0" fmla="*/ 1820862 w 5143499"/>
              <a:gd name="connsiteY0" fmla="*/ 1482726 h 4913314"/>
              <a:gd name="connsiteX1" fmla="*/ 5143499 w 5143499"/>
              <a:gd name="connsiteY1" fmla="*/ 0 h 4913314"/>
              <a:gd name="connsiteX2" fmla="*/ 5143499 w 5143499"/>
              <a:gd name="connsiteY2" fmla="*/ 4913314 h 4913314"/>
              <a:gd name="connsiteX3" fmla="*/ 0 w 5143499"/>
              <a:gd name="connsiteY3" fmla="*/ 4913313 h 4913314"/>
              <a:gd name="connsiteX4" fmla="*/ 1820862 w 5143499"/>
              <a:gd name="connsiteY4" fmla="*/ 1482726 h 4913314"/>
              <a:gd name="connsiteX0" fmla="*/ 1820862 w 5143499"/>
              <a:gd name="connsiteY0" fmla="*/ 0 h 3430588"/>
              <a:gd name="connsiteX1" fmla="*/ 5143499 w 5143499"/>
              <a:gd name="connsiteY1" fmla="*/ 0 h 3430588"/>
              <a:gd name="connsiteX2" fmla="*/ 5143499 w 5143499"/>
              <a:gd name="connsiteY2" fmla="*/ 3430588 h 3430588"/>
              <a:gd name="connsiteX3" fmla="*/ 0 w 5143499"/>
              <a:gd name="connsiteY3" fmla="*/ 3430587 h 3430588"/>
              <a:gd name="connsiteX4" fmla="*/ 1820862 w 5143499"/>
              <a:gd name="connsiteY4" fmla="*/ 0 h 3430588"/>
              <a:gd name="connsiteX0" fmla="*/ 1030287 w 5143499"/>
              <a:gd name="connsiteY0" fmla="*/ 1493837 h 3430588"/>
              <a:gd name="connsiteX1" fmla="*/ 5143499 w 5143499"/>
              <a:gd name="connsiteY1" fmla="*/ 0 h 3430588"/>
              <a:gd name="connsiteX2" fmla="*/ 5143499 w 5143499"/>
              <a:gd name="connsiteY2" fmla="*/ 3430588 h 3430588"/>
              <a:gd name="connsiteX3" fmla="*/ 0 w 5143499"/>
              <a:gd name="connsiteY3" fmla="*/ 3430587 h 3430588"/>
              <a:gd name="connsiteX4" fmla="*/ 1030287 w 5143499"/>
              <a:gd name="connsiteY4" fmla="*/ 1493837 h 3430588"/>
              <a:gd name="connsiteX0" fmla="*/ 1030287 w 5143499"/>
              <a:gd name="connsiteY0" fmla="*/ 0 h 1936751"/>
              <a:gd name="connsiteX1" fmla="*/ 5143499 w 5143499"/>
              <a:gd name="connsiteY1" fmla="*/ 0 h 1936751"/>
              <a:gd name="connsiteX2" fmla="*/ 5143499 w 5143499"/>
              <a:gd name="connsiteY2" fmla="*/ 1936751 h 1936751"/>
              <a:gd name="connsiteX3" fmla="*/ 0 w 5143499"/>
              <a:gd name="connsiteY3" fmla="*/ 1936750 h 1936751"/>
              <a:gd name="connsiteX4" fmla="*/ 1030287 w 5143499"/>
              <a:gd name="connsiteY4" fmla="*/ 0 h 1936751"/>
              <a:gd name="connsiteX0" fmla="*/ 1030287 w 5143499"/>
              <a:gd name="connsiteY0" fmla="*/ 0 h 1936751"/>
              <a:gd name="connsiteX1" fmla="*/ 4581524 w 5143499"/>
              <a:gd name="connsiteY1" fmla="*/ 0 h 1936751"/>
              <a:gd name="connsiteX2" fmla="*/ 5143499 w 5143499"/>
              <a:gd name="connsiteY2" fmla="*/ 1936751 h 1936751"/>
              <a:gd name="connsiteX3" fmla="*/ 0 w 5143499"/>
              <a:gd name="connsiteY3" fmla="*/ 1936750 h 1936751"/>
              <a:gd name="connsiteX4" fmla="*/ 1030287 w 5143499"/>
              <a:gd name="connsiteY4" fmla="*/ 0 h 1936751"/>
              <a:gd name="connsiteX0" fmla="*/ 1030287 w 4581524"/>
              <a:gd name="connsiteY0" fmla="*/ 0 h 1936751"/>
              <a:gd name="connsiteX1" fmla="*/ 4581524 w 4581524"/>
              <a:gd name="connsiteY1" fmla="*/ 0 h 1936751"/>
              <a:gd name="connsiteX2" fmla="*/ 4581524 w 4581524"/>
              <a:gd name="connsiteY2" fmla="*/ 1936751 h 1936751"/>
              <a:gd name="connsiteX3" fmla="*/ 0 w 4581524"/>
              <a:gd name="connsiteY3" fmla="*/ 1936750 h 1936751"/>
              <a:gd name="connsiteX4" fmla="*/ 1030287 w 4581524"/>
              <a:gd name="connsiteY4" fmla="*/ 0 h 1936751"/>
              <a:gd name="connsiteX0" fmla="*/ 1030287 w 5429249"/>
              <a:gd name="connsiteY0" fmla="*/ 0 h 1936751"/>
              <a:gd name="connsiteX1" fmla="*/ 5429249 w 5429249"/>
              <a:gd name="connsiteY1" fmla="*/ 0 h 1936751"/>
              <a:gd name="connsiteX2" fmla="*/ 4581524 w 5429249"/>
              <a:gd name="connsiteY2" fmla="*/ 1936751 h 1936751"/>
              <a:gd name="connsiteX3" fmla="*/ 0 w 5429249"/>
              <a:gd name="connsiteY3" fmla="*/ 1936750 h 1936751"/>
              <a:gd name="connsiteX4" fmla="*/ 1030287 w 5429249"/>
              <a:gd name="connsiteY4" fmla="*/ 0 h 1936751"/>
              <a:gd name="connsiteX0" fmla="*/ 1030287 w 5429249"/>
              <a:gd name="connsiteY0" fmla="*/ 0 h 1936750"/>
              <a:gd name="connsiteX1" fmla="*/ 5429249 w 5429249"/>
              <a:gd name="connsiteY1" fmla="*/ 0 h 1936750"/>
              <a:gd name="connsiteX2" fmla="*/ 5429249 w 5429249"/>
              <a:gd name="connsiteY2" fmla="*/ 1936750 h 1936750"/>
              <a:gd name="connsiteX3" fmla="*/ 0 w 5429249"/>
              <a:gd name="connsiteY3" fmla="*/ 1936750 h 1936750"/>
              <a:gd name="connsiteX4" fmla="*/ 1030287 w 5429249"/>
              <a:gd name="connsiteY4" fmla="*/ 0 h 1936750"/>
              <a:gd name="connsiteX0" fmla="*/ 1030287 w 5429249"/>
              <a:gd name="connsiteY0" fmla="*/ 0 h 1936750"/>
              <a:gd name="connsiteX1" fmla="*/ 4568825 w 5429249"/>
              <a:gd name="connsiteY1" fmla="*/ 0 h 1936750"/>
              <a:gd name="connsiteX2" fmla="*/ 5429249 w 5429249"/>
              <a:gd name="connsiteY2" fmla="*/ 1936750 h 1936750"/>
              <a:gd name="connsiteX3" fmla="*/ 0 w 5429249"/>
              <a:gd name="connsiteY3" fmla="*/ 1936750 h 1936750"/>
              <a:gd name="connsiteX4" fmla="*/ 1030287 w 5429249"/>
              <a:gd name="connsiteY4" fmla="*/ 0 h 1936750"/>
              <a:gd name="connsiteX0" fmla="*/ 1030287 w 4568825"/>
              <a:gd name="connsiteY0" fmla="*/ 0 h 1936750"/>
              <a:gd name="connsiteX1" fmla="*/ 4568825 w 4568825"/>
              <a:gd name="connsiteY1" fmla="*/ 0 h 1936750"/>
              <a:gd name="connsiteX2" fmla="*/ 4568825 w 4568825"/>
              <a:gd name="connsiteY2" fmla="*/ 1936750 h 1936750"/>
              <a:gd name="connsiteX3" fmla="*/ 0 w 4568825"/>
              <a:gd name="connsiteY3" fmla="*/ 1936750 h 1936750"/>
              <a:gd name="connsiteX4" fmla="*/ 1030287 w 4568825"/>
              <a:gd name="connsiteY4" fmla="*/ 0 h 1936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8825" h="1936750">
                <a:moveTo>
                  <a:pt x="1030287" y="0"/>
                </a:moveTo>
                <a:lnTo>
                  <a:pt x="4568825" y="0"/>
                </a:lnTo>
                <a:lnTo>
                  <a:pt x="4568825" y="1936750"/>
                </a:lnTo>
                <a:lnTo>
                  <a:pt x="0" y="1936750"/>
                </a:lnTo>
                <a:lnTo>
                  <a:pt x="1030287" y="0"/>
                </a:lnTo>
                <a:close/>
              </a:path>
            </a:pathLst>
          </a:custGeom>
        </p:spPr>
        <p:txBody>
          <a:bodyPr anchor="ctr"/>
          <a:lstStyle>
            <a:lvl1pPr algn="ctr">
              <a:defRPr/>
            </a:lvl1pPr>
          </a:lstStyle>
          <a:p>
            <a:endParaRPr lang="en-US" dirty="0"/>
          </a:p>
        </p:txBody>
      </p:sp>
      <p:sp>
        <p:nvSpPr>
          <p:cNvPr id="12" name="Picture Placeholder 11"/>
          <p:cNvSpPr>
            <a:spLocks noGrp="1"/>
          </p:cNvSpPr>
          <p:nvPr>
            <p:ph type="pic" sz="quarter" idx="14"/>
          </p:nvPr>
        </p:nvSpPr>
        <p:spPr>
          <a:xfrm>
            <a:off x="0" y="4921250"/>
            <a:ext cx="7188200" cy="1936750"/>
          </a:xfrm>
          <a:custGeom>
            <a:avLst/>
            <a:gdLst>
              <a:gd name="connsiteX0" fmla="*/ 0 w 5581650"/>
              <a:gd name="connsiteY0" fmla="*/ 0 h 1936750"/>
              <a:gd name="connsiteX1" fmla="*/ 5581650 w 5581650"/>
              <a:gd name="connsiteY1" fmla="*/ 0 h 1936750"/>
              <a:gd name="connsiteX2" fmla="*/ 5581650 w 5581650"/>
              <a:gd name="connsiteY2" fmla="*/ 1936750 h 1936750"/>
              <a:gd name="connsiteX3" fmla="*/ 0 w 5581650"/>
              <a:gd name="connsiteY3" fmla="*/ 1936750 h 1936750"/>
              <a:gd name="connsiteX4" fmla="*/ 0 w 5581650"/>
              <a:gd name="connsiteY4" fmla="*/ 0 h 1936750"/>
              <a:gd name="connsiteX0" fmla="*/ 0 w 5581650"/>
              <a:gd name="connsiteY0" fmla="*/ 0 h 1936750"/>
              <a:gd name="connsiteX1" fmla="*/ 5581650 w 5581650"/>
              <a:gd name="connsiteY1" fmla="*/ 0 h 1936750"/>
              <a:gd name="connsiteX2" fmla="*/ 4562476 w 5581650"/>
              <a:gd name="connsiteY2" fmla="*/ 1936750 h 1936750"/>
              <a:gd name="connsiteX3" fmla="*/ 0 w 5581650"/>
              <a:gd name="connsiteY3" fmla="*/ 1936750 h 1936750"/>
              <a:gd name="connsiteX4" fmla="*/ 0 w 5581650"/>
              <a:gd name="connsiteY4" fmla="*/ 0 h 1936750"/>
              <a:gd name="connsiteX0" fmla="*/ 161925 w 5581650"/>
              <a:gd name="connsiteY0" fmla="*/ 0 h 1936750"/>
              <a:gd name="connsiteX1" fmla="*/ 5581650 w 5581650"/>
              <a:gd name="connsiteY1" fmla="*/ 0 h 1936750"/>
              <a:gd name="connsiteX2" fmla="*/ 4562476 w 5581650"/>
              <a:gd name="connsiteY2" fmla="*/ 1936750 h 1936750"/>
              <a:gd name="connsiteX3" fmla="*/ 0 w 5581650"/>
              <a:gd name="connsiteY3" fmla="*/ 1936750 h 1936750"/>
              <a:gd name="connsiteX4" fmla="*/ 161925 w 5581650"/>
              <a:gd name="connsiteY4" fmla="*/ 0 h 1936750"/>
              <a:gd name="connsiteX0" fmla="*/ 0 w 5419725"/>
              <a:gd name="connsiteY0" fmla="*/ 0 h 1936751"/>
              <a:gd name="connsiteX1" fmla="*/ 5419725 w 5419725"/>
              <a:gd name="connsiteY1" fmla="*/ 0 h 1936751"/>
              <a:gd name="connsiteX2" fmla="*/ 4400551 w 5419725"/>
              <a:gd name="connsiteY2" fmla="*/ 1936750 h 1936751"/>
              <a:gd name="connsiteX3" fmla="*/ 0 w 5419725"/>
              <a:gd name="connsiteY3" fmla="*/ 1936751 h 1936751"/>
              <a:gd name="connsiteX4" fmla="*/ 0 w 5419725"/>
              <a:gd name="connsiteY4" fmla="*/ 0 h 1936751"/>
              <a:gd name="connsiteX0" fmla="*/ 838200 w 5419725"/>
              <a:gd name="connsiteY0" fmla="*/ 0 h 1936751"/>
              <a:gd name="connsiteX1" fmla="*/ 5419725 w 5419725"/>
              <a:gd name="connsiteY1" fmla="*/ 0 h 1936751"/>
              <a:gd name="connsiteX2" fmla="*/ 4400551 w 5419725"/>
              <a:gd name="connsiteY2" fmla="*/ 1936750 h 1936751"/>
              <a:gd name="connsiteX3" fmla="*/ 0 w 5419725"/>
              <a:gd name="connsiteY3" fmla="*/ 1936751 h 1936751"/>
              <a:gd name="connsiteX4" fmla="*/ 838200 w 5419725"/>
              <a:gd name="connsiteY4" fmla="*/ 0 h 1936751"/>
              <a:gd name="connsiteX0" fmla="*/ 0 w 4581525"/>
              <a:gd name="connsiteY0" fmla="*/ 0 h 1936750"/>
              <a:gd name="connsiteX1" fmla="*/ 4581525 w 4581525"/>
              <a:gd name="connsiteY1" fmla="*/ 0 h 1936750"/>
              <a:gd name="connsiteX2" fmla="*/ 3562351 w 4581525"/>
              <a:gd name="connsiteY2" fmla="*/ 1936750 h 1936750"/>
              <a:gd name="connsiteX3" fmla="*/ 0 w 4581525"/>
              <a:gd name="connsiteY3" fmla="*/ 1936750 h 1936750"/>
              <a:gd name="connsiteX4" fmla="*/ 0 w 4581525"/>
              <a:gd name="connsiteY4" fmla="*/ 0 h 1936750"/>
              <a:gd name="connsiteX0" fmla="*/ 0 w 4581525"/>
              <a:gd name="connsiteY0" fmla="*/ 0 h 1936750"/>
              <a:gd name="connsiteX1" fmla="*/ 4581525 w 4581525"/>
              <a:gd name="connsiteY1" fmla="*/ 0 h 1936750"/>
              <a:gd name="connsiteX2" fmla="*/ 3562351 w 4581525"/>
              <a:gd name="connsiteY2" fmla="*/ 1936750 h 1936750"/>
              <a:gd name="connsiteX3" fmla="*/ 0 w 4581525"/>
              <a:gd name="connsiteY3" fmla="*/ 1936750 h 1936750"/>
              <a:gd name="connsiteX4" fmla="*/ 0 w 4581525"/>
              <a:gd name="connsiteY4" fmla="*/ 0 h 1936750"/>
              <a:gd name="connsiteX0" fmla="*/ 0 w 4581525"/>
              <a:gd name="connsiteY0" fmla="*/ 0 h 1936750"/>
              <a:gd name="connsiteX1" fmla="*/ 4581525 w 4581525"/>
              <a:gd name="connsiteY1" fmla="*/ 0 h 1936750"/>
              <a:gd name="connsiteX2" fmla="*/ 2695575 w 4581525"/>
              <a:gd name="connsiteY2" fmla="*/ 1936750 h 1936750"/>
              <a:gd name="connsiteX3" fmla="*/ 0 w 4581525"/>
              <a:gd name="connsiteY3" fmla="*/ 1936750 h 1936750"/>
              <a:gd name="connsiteX4" fmla="*/ 0 w 4581525"/>
              <a:gd name="connsiteY4" fmla="*/ 0 h 1936750"/>
              <a:gd name="connsiteX0" fmla="*/ 0 w 4581525"/>
              <a:gd name="connsiteY0" fmla="*/ 0 h 1936750"/>
              <a:gd name="connsiteX1" fmla="*/ 4581525 w 4581525"/>
              <a:gd name="connsiteY1" fmla="*/ 0 h 1936750"/>
              <a:gd name="connsiteX2" fmla="*/ 3543300 w 4581525"/>
              <a:gd name="connsiteY2" fmla="*/ 1936750 h 1936750"/>
              <a:gd name="connsiteX3" fmla="*/ 0 w 4581525"/>
              <a:gd name="connsiteY3" fmla="*/ 1936750 h 1936750"/>
              <a:gd name="connsiteX4" fmla="*/ 0 w 4581525"/>
              <a:gd name="connsiteY4" fmla="*/ 0 h 1936750"/>
              <a:gd name="connsiteX0" fmla="*/ 0 w 5353050"/>
              <a:gd name="connsiteY0" fmla="*/ 0 h 1936750"/>
              <a:gd name="connsiteX1" fmla="*/ 5353050 w 5353050"/>
              <a:gd name="connsiteY1" fmla="*/ 0 h 1936750"/>
              <a:gd name="connsiteX2" fmla="*/ 4314825 w 5353050"/>
              <a:gd name="connsiteY2" fmla="*/ 1936750 h 1936750"/>
              <a:gd name="connsiteX3" fmla="*/ 771525 w 5353050"/>
              <a:gd name="connsiteY3" fmla="*/ 1936750 h 1936750"/>
              <a:gd name="connsiteX4" fmla="*/ 0 w 5353050"/>
              <a:gd name="connsiteY4" fmla="*/ 0 h 1936750"/>
              <a:gd name="connsiteX0" fmla="*/ 0 w 5353050"/>
              <a:gd name="connsiteY0" fmla="*/ 0 h 1936750"/>
              <a:gd name="connsiteX1" fmla="*/ 5353050 w 5353050"/>
              <a:gd name="connsiteY1" fmla="*/ 0 h 1936750"/>
              <a:gd name="connsiteX2" fmla="*/ 4314825 w 5353050"/>
              <a:gd name="connsiteY2" fmla="*/ 1936750 h 1936750"/>
              <a:gd name="connsiteX3" fmla="*/ 0 w 5353050"/>
              <a:gd name="connsiteY3" fmla="*/ 1936750 h 1936750"/>
              <a:gd name="connsiteX4" fmla="*/ 0 w 5353050"/>
              <a:gd name="connsiteY4" fmla="*/ 0 h 1936750"/>
              <a:gd name="connsiteX0" fmla="*/ 0 w 5391150"/>
              <a:gd name="connsiteY0" fmla="*/ 0 h 1936750"/>
              <a:gd name="connsiteX1" fmla="*/ 5391150 w 5391150"/>
              <a:gd name="connsiteY1" fmla="*/ 0 h 1936750"/>
              <a:gd name="connsiteX2" fmla="*/ 4352925 w 5391150"/>
              <a:gd name="connsiteY2" fmla="*/ 1936750 h 1936750"/>
              <a:gd name="connsiteX3" fmla="*/ 38100 w 5391150"/>
              <a:gd name="connsiteY3" fmla="*/ 1936750 h 1936750"/>
              <a:gd name="connsiteX4" fmla="*/ 0 w 5391150"/>
              <a:gd name="connsiteY4" fmla="*/ 0 h 1936750"/>
              <a:gd name="connsiteX0" fmla="*/ 0 w 5391150"/>
              <a:gd name="connsiteY0" fmla="*/ 0 h 1936750"/>
              <a:gd name="connsiteX1" fmla="*/ 5391150 w 5391150"/>
              <a:gd name="connsiteY1" fmla="*/ 0 h 1936750"/>
              <a:gd name="connsiteX2" fmla="*/ 4352925 w 5391150"/>
              <a:gd name="connsiteY2" fmla="*/ 1936750 h 1936750"/>
              <a:gd name="connsiteX3" fmla="*/ 0 w 5391150"/>
              <a:gd name="connsiteY3" fmla="*/ 1936750 h 1936750"/>
              <a:gd name="connsiteX4" fmla="*/ 0 w 5391150"/>
              <a:gd name="connsiteY4" fmla="*/ 0 h 1936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150" h="1936750">
                <a:moveTo>
                  <a:pt x="0" y="0"/>
                </a:moveTo>
                <a:lnTo>
                  <a:pt x="5391150" y="0"/>
                </a:lnTo>
                <a:lnTo>
                  <a:pt x="4352925" y="1936750"/>
                </a:lnTo>
                <a:lnTo>
                  <a:pt x="0" y="1936750"/>
                </a:lnTo>
                <a:lnTo>
                  <a:pt x="0" y="0"/>
                </a:lnTo>
                <a:close/>
              </a:path>
            </a:pathLst>
          </a:custGeom>
        </p:spPr>
        <p:txBody>
          <a:bodyPr anchor="ctr"/>
          <a:lstStyle>
            <a:lvl1pPr algn="ctr">
              <a:defRPr/>
            </a:lvl1pPr>
          </a:lstStyle>
          <a:p>
            <a:endParaRPr lang="en-US" dirty="0"/>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3" name="Slide Number Placeholder 2"/>
          <p:cNvSpPr>
            <a:spLocks noGrp="1"/>
          </p:cNvSpPr>
          <p:nvPr>
            <p:ph type="sldNum" sz="quarter" idx="16"/>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ap Stats Layout">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13833"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8" name="Text Placeholder 6"/>
          <p:cNvSpPr>
            <a:spLocks noGrp="1"/>
          </p:cNvSpPr>
          <p:nvPr>
            <p:ph type="body" sz="quarter" idx="11"/>
          </p:nvPr>
        </p:nvSpPr>
        <p:spPr>
          <a:xfrm>
            <a:off x="3350684"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9" name="Text Placeholder 6"/>
          <p:cNvSpPr>
            <a:spLocks noGrp="1"/>
          </p:cNvSpPr>
          <p:nvPr>
            <p:ph type="body" sz="quarter" idx="12"/>
          </p:nvPr>
        </p:nvSpPr>
        <p:spPr>
          <a:xfrm>
            <a:off x="6087535"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10" name="Text Placeholder 6"/>
          <p:cNvSpPr>
            <a:spLocks noGrp="1"/>
          </p:cNvSpPr>
          <p:nvPr>
            <p:ph type="body" sz="quarter" idx="13"/>
          </p:nvPr>
        </p:nvSpPr>
        <p:spPr>
          <a:xfrm>
            <a:off x="8824385"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11" name="Text Placeholder 6"/>
          <p:cNvSpPr>
            <a:spLocks noGrp="1"/>
          </p:cNvSpPr>
          <p:nvPr>
            <p:ph type="body" sz="quarter" idx="14"/>
          </p:nvPr>
        </p:nvSpPr>
        <p:spPr>
          <a:xfrm>
            <a:off x="613833"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2" name="Text Placeholder 6"/>
          <p:cNvSpPr>
            <a:spLocks noGrp="1"/>
          </p:cNvSpPr>
          <p:nvPr>
            <p:ph type="body" sz="quarter" idx="15"/>
          </p:nvPr>
        </p:nvSpPr>
        <p:spPr>
          <a:xfrm>
            <a:off x="3350684"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3" name="Text Placeholder 6"/>
          <p:cNvSpPr>
            <a:spLocks noGrp="1"/>
          </p:cNvSpPr>
          <p:nvPr>
            <p:ph type="body" sz="quarter" idx="16"/>
          </p:nvPr>
        </p:nvSpPr>
        <p:spPr>
          <a:xfrm>
            <a:off x="6087535"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4" name="Text Placeholder 6"/>
          <p:cNvSpPr>
            <a:spLocks noGrp="1"/>
          </p:cNvSpPr>
          <p:nvPr>
            <p:ph type="body" sz="quarter" idx="17"/>
          </p:nvPr>
        </p:nvSpPr>
        <p:spPr>
          <a:xfrm>
            <a:off x="8824385"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6"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8" name="Text Placeholder 11"/>
          <p:cNvSpPr>
            <a:spLocks noGrp="1"/>
          </p:cNvSpPr>
          <p:nvPr>
            <p:ph type="body" sz="quarter" idx="18"/>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3" name="Slide Number Placeholder 2"/>
          <p:cNvSpPr>
            <a:spLocks noGrp="1"/>
          </p:cNvSpPr>
          <p:nvPr>
            <p:ph type="sldNum" sz="quarter" idx="20"/>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Column icon layout">
    <p:spTree>
      <p:nvGrpSpPr>
        <p:cNvPr id="1" name=""/>
        <p:cNvGrpSpPr/>
        <p:nvPr/>
      </p:nvGrpSpPr>
      <p:grpSpPr>
        <a:xfrm>
          <a:off x="0" y="0"/>
          <a:ext cx="0" cy="0"/>
          <a:chOff x="0" y="0"/>
          <a:chExt cx="0" cy="0"/>
        </a:xfrm>
      </p:grpSpPr>
      <p:sp>
        <p:nvSpPr>
          <p:cNvPr id="11" name="Text Placeholder 6"/>
          <p:cNvSpPr>
            <a:spLocks noGrp="1"/>
          </p:cNvSpPr>
          <p:nvPr>
            <p:ph type="body" sz="quarter" idx="14"/>
          </p:nvPr>
        </p:nvSpPr>
        <p:spPr>
          <a:xfrm>
            <a:off x="601132" y="2733675"/>
            <a:ext cx="2749552" cy="3659188"/>
          </a:xfrm>
          <a:prstGeom prst="rect">
            <a:avLst/>
          </a:prstGeom>
        </p:spPr>
        <p:txBody>
          <a:bodyPr l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2" name="Text Placeholder 6"/>
          <p:cNvSpPr>
            <a:spLocks noGrp="1"/>
          </p:cNvSpPr>
          <p:nvPr>
            <p:ph type="body" sz="quarter" idx="15"/>
          </p:nvPr>
        </p:nvSpPr>
        <p:spPr>
          <a:xfrm>
            <a:off x="3350684" y="2733675"/>
            <a:ext cx="2736851" cy="3659188"/>
          </a:xfrm>
          <a:prstGeom prst="rect">
            <a:avLst/>
          </a:prstGeom>
        </p:spPr>
        <p:txBody>
          <a:bodyPr l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3" name="Text Placeholder 6"/>
          <p:cNvSpPr>
            <a:spLocks noGrp="1"/>
          </p:cNvSpPr>
          <p:nvPr>
            <p:ph type="body" sz="quarter" idx="16"/>
          </p:nvPr>
        </p:nvSpPr>
        <p:spPr>
          <a:xfrm>
            <a:off x="6087535" y="2733675"/>
            <a:ext cx="2736851" cy="3659188"/>
          </a:xfrm>
          <a:prstGeom prst="rect">
            <a:avLst/>
          </a:prstGeom>
        </p:spPr>
        <p:txBody>
          <a:bodyPr l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4" name="Text Placeholder 6"/>
          <p:cNvSpPr>
            <a:spLocks noGrp="1"/>
          </p:cNvSpPr>
          <p:nvPr>
            <p:ph type="body" sz="quarter" idx="17"/>
          </p:nvPr>
        </p:nvSpPr>
        <p:spPr>
          <a:xfrm>
            <a:off x="8824385" y="2733675"/>
            <a:ext cx="2736851" cy="3659188"/>
          </a:xfrm>
          <a:prstGeom prst="rect">
            <a:avLst/>
          </a:prstGeom>
        </p:spPr>
        <p:txBody>
          <a:bodyPr l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5" name="Picture Placeholder 16"/>
          <p:cNvSpPr>
            <a:spLocks noGrp="1"/>
          </p:cNvSpPr>
          <p:nvPr>
            <p:ph type="pic" sz="quarter" idx="18" hasCustomPrompt="1"/>
          </p:nvPr>
        </p:nvSpPr>
        <p:spPr>
          <a:xfrm>
            <a:off x="565454" y="1944689"/>
            <a:ext cx="980017" cy="735013"/>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16" name="Picture Placeholder 16"/>
          <p:cNvSpPr>
            <a:spLocks noGrp="1"/>
          </p:cNvSpPr>
          <p:nvPr>
            <p:ph type="pic" sz="quarter" idx="19" hasCustomPrompt="1"/>
          </p:nvPr>
        </p:nvSpPr>
        <p:spPr>
          <a:xfrm>
            <a:off x="8856437" y="1944689"/>
            <a:ext cx="980017" cy="735013"/>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17" name="Picture Placeholder 16"/>
          <p:cNvSpPr>
            <a:spLocks noGrp="1"/>
          </p:cNvSpPr>
          <p:nvPr>
            <p:ph type="pic" sz="quarter" idx="20" hasCustomPrompt="1"/>
          </p:nvPr>
        </p:nvSpPr>
        <p:spPr>
          <a:xfrm>
            <a:off x="6092777" y="1944689"/>
            <a:ext cx="980017" cy="735013"/>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18" name="Picture Placeholder 16"/>
          <p:cNvSpPr>
            <a:spLocks noGrp="1"/>
          </p:cNvSpPr>
          <p:nvPr>
            <p:ph type="pic" sz="quarter" idx="21" hasCustomPrompt="1"/>
          </p:nvPr>
        </p:nvSpPr>
        <p:spPr>
          <a:xfrm>
            <a:off x="3329116" y="1944689"/>
            <a:ext cx="980017" cy="735013"/>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22"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23"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3" name="Slide Number Placeholder 2"/>
          <p:cNvSpPr>
            <a:spLocks noGrp="1"/>
          </p:cNvSpPr>
          <p:nvPr>
            <p:ph type="sldNum" sz="quarter" idx="23"/>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lumn picture layout">
    <p:spTree>
      <p:nvGrpSpPr>
        <p:cNvPr id="1" name=""/>
        <p:cNvGrpSpPr/>
        <p:nvPr/>
      </p:nvGrpSpPr>
      <p:grpSpPr>
        <a:xfrm>
          <a:off x="0" y="0"/>
          <a:ext cx="0" cy="0"/>
          <a:chOff x="0" y="0"/>
          <a:chExt cx="0" cy="0"/>
        </a:xfrm>
      </p:grpSpPr>
      <p:sp>
        <p:nvSpPr>
          <p:cNvPr id="11" name="Text Placeholder 6"/>
          <p:cNvSpPr>
            <a:spLocks noGrp="1"/>
          </p:cNvSpPr>
          <p:nvPr>
            <p:ph type="body" sz="quarter" idx="14"/>
          </p:nvPr>
        </p:nvSpPr>
        <p:spPr>
          <a:xfrm>
            <a:off x="774701" y="3427413"/>
            <a:ext cx="2412999" cy="2965450"/>
          </a:xfrm>
          <a:prstGeom prst="rect">
            <a:avLst/>
          </a:prstGeom>
        </p:spPr>
        <p:txBody>
          <a:bodyPr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5" name="Picture Placeholder 16"/>
          <p:cNvSpPr>
            <a:spLocks noGrp="1"/>
          </p:cNvSpPr>
          <p:nvPr>
            <p:ph type="pic" sz="quarter" idx="18" hasCustomPrompt="1"/>
          </p:nvPr>
        </p:nvSpPr>
        <p:spPr>
          <a:xfrm>
            <a:off x="774701" y="1944689"/>
            <a:ext cx="2412999" cy="1131887"/>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19" name="Rectangle 18"/>
          <p:cNvSpPr/>
          <p:nvPr userDrawn="1"/>
        </p:nvSpPr>
        <p:spPr>
          <a:xfrm>
            <a:off x="774701" y="2686051"/>
            <a:ext cx="2412999"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0" name="Text Placeholder 6"/>
          <p:cNvSpPr>
            <a:spLocks noGrp="1"/>
          </p:cNvSpPr>
          <p:nvPr>
            <p:ph type="body" sz="quarter" idx="19"/>
          </p:nvPr>
        </p:nvSpPr>
        <p:spPr>
          <a:xfrm>
            <a:off x="3505202" y="3427413"/>
            <a:ext cx="2404532" cy="2965450"/>
          </a:xfrm>
          <a:prstGeom prst="rect">
            <a:avLst/>
          </a:prstGeom>
        </p:spPr>
        <p:txBody>
          <a:bodyPr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1" name="Picture Placeholder 16"/>
          <p:cNvSpPr>
            <a:spLocks noGrp="1"/>
          </p:cNvSpPr>
          <p:nvPr>
            <p:ph type="pic" sz="quarter" idx="20" hasCustomPrompt="1"/>
          </p:nvPr>
        </p:nvSpPr>
        <p:spPr>
          <a:xfrm>
            <a:off x="3505202" y="1944689"/>
            <a:ext cx="2412999" cy="1131887"/>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22" name="Rectangle 21"/>
          <p:cNvSpPr/>
          <p:nvPr userDrawn="1"/>
        </p:nvSpPr>
        <p:spPr>
          <a:xfrm>
            <a:off x="3505202" y="2686051"/>
            <a:ext cx="2412999"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3" name="Text Placeholder 6"/>
          <p:cNvSpPr>
            <a:spLocks noGrp="1"/>
          </p:cNvSpPr>
          <p:nvPr>
            <p:ph type="body" sz="quarter" idx="21"/>
          </p:nvPr>
        </p:nvSpPr>
        <p:spPr>
          <a:xfrm>
            <a:off x="6261102" y="3427413"/>
            <a:ext cx="2412999" cy="2965450"/>
          </a:xfrm>
          <a:prstGeom prst="rect">
            <a:avLst/>
          </a:prstGeom>
        </p:spPr>
        <p:txBody>
          <a:bodyPr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4" name="Picture Placeholder 16"/>
          <p:cNvSpPr>
            <a:spLocks noGrp="1"/>
          </p:cNvSpPr>
          <p:nvPr>
            <p:ph type="pic" sz="quarter" idx="22" hasCustomPrompt="1"/>
          </p:nvPr>
        </p:nvSpPr>
        <p:spPr>
          <a:xfrm>
            <a:off x="6261102" y="1944689"/>
            <a:ext cx="2412999" cy="1131887"/>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25" name="Rectangle 24"/>
          <p:cNvSpPr/>
          <p:nvPr userDrawn="1"/>
        </p:nvSpPr>
        <p:spPr>
          <a:xfrm>
            <a:off x="6261102" y="2686051"/>
            <a:ext cx="2412999"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6" name="Text Placeholder 6"/>
          <p:cNvSpPr>
            <a:spLocks noGrp="1"/>
          </p:cNvSpPr>
          <p:nvPr>
            <p:ph type="body" sz="quarter" idx="23"/>
          </p:nvPr>
        </p:nvSpPr>
        <p:spPr>
          <a:xfrm>
            <a:off x="8991602" y="3427413"/>
            <a:ext cx="2412999" cy="2965450"/>
          </a:xfrm>
          <a:prstGeom prst="rect">
            <a:avLst/>
          </a:prstGeom>
        </p:spPr>
        <p:txBody>
          <a:bodyPr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7" name="Picture Placeholder 16"/>
          <p:cNvSpPr>
            <a:spLocks noGrp="1"/>
          </p:cNvSpPr>
          <p:nvPr>
            <p:ph type="pic" sz="quarter" idx="24" hasCustomPrompt="1"/>
          </p:nvPr>
        </p:nvSpPr>
        <p:spPr>
          <a:xfrm>
            <a:off x="8991602" y="1944689"/>
            <a:ext cx="2412999" cy="1131887"/>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28" name="Rectangle 27"/>
          <p:cNvSpPr/>
          <p:nvPr userDrawn="1"/>
        </p:nvSpPr>
        <p:spPr>
          <a:xfrm>
            <a:off x="8991602" y="2686051"/>
            <a:ext cx="2412999"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7"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2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3" name="Slide Number Placeholder 2"/>
          <p:cNvSpPr>
            <a:spLocks noGrp="1"/>
          </p:cNvSpPr>
          <p:nvPr>
            <p:ph type="sldNum" sz="quarter" idx="26"/>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Infographic layout">
    <p:spTree>
      <p:nvGrpSpPr>
        <p:cNvPr id="1" name=""/>
        <p:cNvGrpSpPr/>
        <p:nvPr/>
      </p:nvGrpSpPr>
      <p:grpSpPr>
        <a:xfrm>
          <a:off x="0" y="0"/>
          <a:ext cx="0" cy="0"/>
          <a:chOff x="0" y="0"/>
          <a:chExt cx="0" cy="0"/>
        </a:xfrm>
      </p:grpSpPr>
      <p:sp>
        <p:nvSpPr>
          <p:cNvPr id="5" name="Chart Placeholder 4"/>
          <p:cNvSpPr>
            <a:spLocks noGrp="1"/>
          </p:cNvSpPr>
          <p:nvPr>
            <p:ph type="chart" sz="quarter" idx="10"/>
          </p:nvPr>
        </p:nvSpPr>
        <p:spPr>
          <a:xfrm>
            <a:off x="6278033" y="1944689"/>
            <a:ext cx="5283200" cy="3706813"/>
          </a:xfrm>
          <a:prstGeom prst="rect">
            <a:avLst/>
          </a:prstGeom>
        </p:spPr>
        <p:txBody>
          <a:bodyPr anchor="ctr"/>
          <a:lstStyle>
            <a:lvl1pPr algn="ctr">
              <a:buNone/>
              <a:defRPr sz="1800">
                <a:solidFill>
                  <a:schemeClr val="bg2"/>
                </a:solidFill>
              </a:defRPr>
            </a:lvl1pPr>
          </a:lstStyle>
          <a:p>
            <a:endParaRPr lang="en-US" dirty="0"/>
          </a:p>
        </p:txBody>
      </p:sp>
      <p:sp>
        <p:nvSpPr>
          <p:cNvPr id="6" name="Text Placeholder 9"/>
          <p:cNvSpPr>
            <a:spLocks noGrp="1"/>
          </p:cNvSpPr>
          <p:nvPr>
            <p:ph type="body" sz="quarter" idx="11"/>
          </p:nvPr>
        </p:nvSpPr>
        <p:spPr>
          <a:xfrm>
            <a:off x="601133" y="1944688"/>
            <a:ext cx="5308601" cy="4448175"/>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Text Placeholder 7"/>
          <p:cNvSpPr>
            <a:spLocks noGrp="1"/>
          </p:cNvSpPr>
          <p:nvPr>
            <p:ph type="body" sz="quarter" idx="12"/>
          </p:nvPr>
        </p:nvSpPr>
        <p:spPr>
          <a:xfrm>
            <a:off x="6278033" y="1944688"/>
            <a:ext cx="5283200" cy="419100"/>
          </a:xfrm>
          <a:prstGeom prst="rect">
            <a:avLst/>
          </a:prstGeom>
        </p:spPr>
        <p:txBody>
          <a:bodyPr/>
          <a:lstStyle>
            <a:lvl1pPr>
              <a:buNone/>
              <a:defRPr sz="1600">
                <a:solidFill>
                  <a:schemeClr val="tx1"/>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endParaRPr lang="en-US"/>
          </a:p>
        </p:txBody>
      </p:sp>
      <p:sp>
        <p:nvSpPr>
          <p:cNvPr id="9"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1" name="Text Placeholder 11"/>
          <p:cNvSpPr>
            <a:spLocks noGrp="1"/>
          </p:cNvSpPr>
          <p:nvPr>
            <p:ph type="body" sz="quarter" idx="13"/>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4" name="Slide Number Placeholder 3"/>
          <p:cNvSpPr>
            <a:spLocks noGrp="1"/>
          </p:cNvSpPr>
          <p:nvPr>
            <p:ph type="sldNum" sz="quarter" idx="15"/>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Infographic layout">
    <p:spTree>
      <p:nvGrpSpPr>
        <p:cNvPr id="1" name=""/>
        <p:cNvGrpSpPr/>
        <p:nvPr/>
      </p:nvGrpSpPr>
      <p:grpSpPr>
        <a:xfrm>
          <a:off x="0" y="0"/>
          <a:ext cx="0" cy="0"/>
          <a:chOff x="0" y="0"/>
          <a:chExt cx="0" cy="0"/>
        </a:xfrm>
      </p:grpSpPr>
      <p:sp>
        <p:nvSpPr>
          <p:cNvPr id="5" name="Chart Placeholder 4"/>
          <p:cNvSpPr>
            <a:spLocks noGrp="1"/>
          </p:cNvSpPr>
          <p:nvPr>
            <p:ph type="chart" sz="quarter" idx="10"/>
          </p:nvPr>
        </p:nvSpPr>
        <p:spPr>
          <a:xfrm>
            <a:off x="6256865" y="3954463"/>
            <a:ext cx="5329768" cy="2438400"/>
          </a:xfrm>
          <a:prstGeom prst="rect">
            <a:avLst/>
          </a:prstGeom>
        </p:spPr>
        <p:txBody>
          <a:bodyPr anchor="ctr"/>
          <a:lstStyle>
            <a:lvl1pPr algn="ctr">
              <a:buNone/>
              <a:defRPr sz="1800">
                <a:solidFill>
                  <a:schemeClr val="bg2"/>
                </a:solidFill>
              </a:defRPr>
            </a:lvl1pPr>
          </a:lstStyle>
          <a:p>
            <a:endParaRPr lang="en-US" dirty="0"/>
          </a:p>
        </p:txBody>
      </p:sp>
      <p:sp>
        <p:nvSpPr>
          <p:cNvPr id="6" name="Text Placeholder 9"/>
          <p:cNvSpPr>
            <a:spLocks noGrp="1"/>
          </p:cNvSpPr>
          <p:nvPr>
            <p:ph type="body" sz="quarter" idx="11"/>
          </p:nvPr>
        </p:nvSpPr>
        <p:spPr>
          <a:xfrm>
            <a:off x="601133" y="1944688"/>
            <a:ext cx="5308600" cy="1482726"/>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Text Placeholder 7"/>
          <p:cNvSpPr>
            <a:spLocks noGrp="1"/>
          </p:cNvSpPr>
          <p:nvPr>
            <p:ph type="body" sz="quarter" idx="12"/>
          </p:nvPr>
        </p:nvSpPr>
        <p:spPr>
          <a:xfrm>
            <a:off x="6256867" y="3570288"/>
            <a:ext cx="5329767" cy="384175"/>
          </a:xfrm>
          <a:prstGeom prst="rect">
            <a:avLst/>
          </a:prstGeom>
        </p:spPr>
        <p:txBody>
          <a:bodyPr/>
          <a:lstStyle>
            <a:lvl1pPr>
              <a:buNone/>
              <a:defRPr sz="1600">
                <a:solidFill>
                  <a:schemeClr val="tx1"/>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endParaRPr lang="en-US"/>
          </a:p>
        </p:txBody>
      </p:sp>
      <p:sp>
        <p:nvSpPr>
          <p:cNvPr id="9" name="Chart Placeholder 4"/>
          <p:cNvSpPr>
            <a:spLocks noGrp="1"/>
          </p:cNvSpPr>
          <p:nvPr>
            <p:ph type="chart" sz="quarter" idx="14"/>
          </p:nvPr>
        </p:nvSpPr>
        <p:spPr>
          <a:xfrm>
            <a:off x="601133" y="3954463"/>
            <a:ext cx="5308601" cy="2438400"/>
          </a:xfrm>
          <a:prstGeom prst="rect">
            <a:avLst/>
          </a:prstGeom>
        </p:spPr>
        <p:txBody>
          <a:bodyPr anchor="ctr"/>
          <a:lstStyle>
            <a:lvl1pPr algn="ctr">
              <a:buNone/>
              <a:defRPr sz="1800">
                <a:solidFill>
                  <a:schemeClr val="bg2"/>
                </a:solidFill>
              </a:defRPr>
            </a:lvl1pPr>
          </a:lstStyle>
          <a:p>
            <a:endParaRPr lang="en-US" dirty="0"/>
          </a:p>
        </p:txBody>
      </p:sp>
      <p:sp>
        <p:nvSpPr>
          <p:cNvPr id="11" name="Text Placeholder 7"/>
          <p:cNvSpPr>
            <a:spLocks noGrp="1"/>
          </p:cNvSpPr>
          <p:nvPr>
            <p:ph type="body" sz="quarter" idx="15"/>
          </p:nvPr>
        </p:nvSpPr>
        <p:spPr>
          <a:xfrm>
            <a:off x="601132" y="3570288"/>
            <a:ext cx="5308603" cy="384175"/>
          </a:xfrm>
          <a:prstGeom prst="rect">
            <a:avLst/>
          </a:prstGeom>
        </p:spPr>
        <p:txBody>
          <a:bodyPr/>
          <a:lstStyle>
            <a:lvl1pPr>
              <a:buNone/>
              <a:defRPr sz="1600">
                <a:solidFill>
                  <a:schemeClr val="tx1"/>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endParaRPr lang="en-US"/>
          </a:p>
        </p:txBody>
      </p:sp>
      <p:sp>
        <p:nvSpPr>
          <p:cNvPr id="12" name="Text Placeholder 9"/>
          <p:cNvSpPr>
            <a:spLocks noGrp="1"/>
          </p:cNvSpPr>
          <p:nvPr>
            <p:ph type="body" sz="quarter" idx="16"/>
          </p:nvPr>
        </p:nvSpPr>
        <p:spPr>
          <a:xfrm>
            <a:off x="6256867" y="1944688"/>
            <a:ext cx="5329767" cy="1482726"/>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7"/>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4" name="Slide Number Placeholder 3"/>
          <p:cNvSpPr>
            <a:spLocks noGrp="1"/>
          </p:cNvSpPr>
          <p:nvPr>
            <p:ph type="sldNum" sz="quarter" idx="19"/>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4 Column icon layout">
    <p:spTree>
      <p:nvGrpSpPr>
        <p:cNvPr id="1" name=""/>
        <p:cNvGrpSpPr/>
        <p:nvPr/>
      </p:nvGrpSpPr>
      <p:grpSpPr>
        <a:xfrm>
          <a:off x="0" y="0"/>
          <a:ext cx="0" cy="0"/>
          <a:chOff x="0" y="0"/>
          <a:chExt cx="0" cy="0"/>
        </a:xfrm>
      </p:grpSpPr>
      <p:sp>
        <p:nvSpPr>
          <p:cNvPr id="15" name="Picture Placeholder 16"/>
          <p:cNvSpPr>
            <a:spLocks noGrp="1"/>
          </p:cNvSpPr>
          <p:nvPr>
            <p:ph type="pic" sz="quarter" idx="18" hasCustomPrompt="1"/>
          </p:nvPr>
        </p:nvSpPr>
        <p:spPr>
          <a:xfrm>
            <a:off x="774700" y="1495426"/>
            <a:ext cx="1168400" cy="1069977"/>
          </a:xfrm>
          <a:prstGeom prst="rect">
            <a:avLst/>
          </a:prstGeom>
        </p:spPr>
        <p:txBody>
          <a:bodyPr anchor="ctr"/>
          <a:lstStyle>
            <a:lvl1pPr marL="0" indent="0" algn="ctr">
              <a:buNone/>
              <a:defRPr sz="1400">
                <a:solidFill>
                  <a:schemeClr val="accent6"/>
                </a:solidFill>
              </a:defRPr>
            </a:lvl1pPr>
          </a:lstStyle>
          <a:p>
            <a:r>
              <a:rPr lang="en-US" dirty="0"/>
              <a:t>icon</a:t>
            </a:r>
          </a:p>
        </p:txBody>
      </p:sp>
      <p:sp>
        <p:nvSpPr>
          <p:cNvPr id="16" name="Picture Placeholder 16"/>
          <p:cNvSpPr>
            <a:spLocks noGrp="1"/>
          </p:cNvSpPr>
          <p:nvPr>
            <p:ph type="pic" sz="quarter" idx="19" hasCustomPrompt="1"/>
          </p:nvPr>
        </p:nvSpPr>
        <p:spPr>
          <a:xfrm>
            <a:off x="9024761" y="1495426"/>
            <a:ext cx="1168400" cy="1069977"/>
          </a:xfrm>
          <a:prstGeom prst="rect">
            <a:avLst/>
          </a:prstGeom>
        </p:spPr>
        <p:txBody>
          <a:bodyPr anchor="ctr"/>
          <a:lstStyle>
            <a:lvl1pPr marL="0" indent="0" algn="ctr">
              <a:buNone/>
              <a:defRPr sz="1400">
                <a:solidFill>
                  <a:schemeClr val="accent6"/>
                </a:solidFill>
              </a:defRPr>
            </a:lvl1pPr>
          </a:lstStyle>
          <a:p>
            <a:r>
              <a:rPr lang="en-US" dirty="0"/>
              <a:t>icon</a:t>
            </a:r>
          </a:p>
        </p:txBody>
      </p:sp>
      <p:sp>
        <p:nvSpPr>
          <p:cNvPr id="17" name="Picture Placeholder 16"/>
          <p:cNvSpPr>
            <a:spLocks noGrp="1"/>
          </p:cNvSpPr>
          <p:nvPr>
            <p:ph type="pic" sz="quarter" idx="20" hasCustomPrompt="1"/>
          </p:nvPr>
        </p:nvSpPr>
        <p:spPr>
          <a:xfrm>
            <a:off x="6261101" y="1495426"/>
            <a:ext cx="1168400" cy="1069977"/>
          </a:xfrm>
          <a:prstGeom prst="rect">
            <a:avLst/>
          </a:prstGeom>
        </p:spPr>
        <p:txBody>
          <a:bodyPr anchor="ctr"/>
          <a:lstStyle>
            <a:lvl1pPr marL="0" indent="0" algn="ctr">
              <a:buNone/>
              <a:defRPr sz="1400">
                <a:solidFill>
                  <a:schemeClr val="accent6"/>
                </a:solidFill>
              </a:defRPr>
            </a:lvl1pPr>
          </a:lstStyle>
          <a:p>
            <a:r>
              <a:rPr lang="en-US" dirty="0"/>
              <a:t>icon</a:t>
            </a:r>
          </a:p>
        </p:txBody>
      </p:sp>
      <p:sp>
        <p:nvSpPr>
          <p:cNvPr id="18" name="Picture Placeholder 16"/>
          <p:cNvSpPr>
            <a:spLocks noGrp="1"/>
          </p:cNvSpPr>
          <p:nvPr>
            <p:ph type="pic" sz="quarter" idx="21" hasCustomPrompt="1"/>
          </p:nvPr>
        </p:nvSpPr>
        <p:spPr>
          <a:xfrm>
            <a:off x="3497440" y="1495426"/>
            <a:ext cx="1168400" cy="1069977"/>
          </a:xfrm>
          <a:prstGeom prst="rect">
            <a:avLst/>
          </a:prstGeom>
        </p:spPr>
        <p:txBody>
          <a:bodyPr anchor="ctr"/>
          <a:lstStyle>
            <a:lvl1pPr marL="0" indent="0" algn="ctr">
              <a:buNone/>
              <a:defRPr sz="1400">
                <a:solidFill>
                  <a:schemeClr val="accent6"/>
                </a:solidFill>
              </a:defRPr>
            </a:lvl1pPr>
          </a:lstStyle>
          <a:p>
            <a:r>
              <a:rPr lang="en-US" dirty="0"/>
              <a:t>icon</a:t>
            </a:r>
          </a:p>
        </p:txBody>
      </p:sp>
      <p:sp>
        <p:nvSpPr>
          <p:cNvPr id="19" name="Text Placeholder 6"/>
          <p:cNvSpPr>
            <a:spLocks noGrp="1"/>
          </p:cNvSpPr>
          <p:nvPr>
            <p:ph type="body" sz="quarter" idx="14"/>
          </p:nvPr>
        </p:nvSpPr>
        <p:spPr>
          <a:xfrm>
            <a:off x="774701" y="2679703"/>
            <a:ext cx="2412999" cy="3713161"/>
          </a:xfrm>
          <a:prstGeom prst="rect">
            <a:avLst/>
          </a:prstGeom>
        </p:spPr>
        <p:txBody>
          <a:bodyPr lIns="0" tIns="0" rIns="0" b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1" name="Text Placeholder 6"/>
          <p:cNvSpPr>
            <a:spLocks noGrp="1"/>
          </p:cNvSpPr>
          <p:nvPr>
            <p:ph type="body" sz="quarter" idx="22"/>
          </p:nvPr>
        </p:nvSpPr>
        <p:spPr>
          <a:xfrm>
            <a:off x="3505202" y="2679703"/>
            <a:ext cx="2404532" cy="3713161"/>
          </a:xfrm>
          <a:prstGeom prst="rect">
            <a:avLst/>
          </a:prstGeom>
        </p:spPr>
        <p:txBody>
          <a:bodyPr lIns="0" tIns="0" rIns="0" b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2" name="Text Placeholder 6"/>
          <p:cNvSpPr>
            <a:spLocks noGrp="1"/>
          </p:cNvSpPr>
          <p:nvPr>
            <p:ph type="body" sz="quarter" idx="23"/>
          </p:nvPr>
        </p:nvSpPr>
        <p:spPr>
          <a:xfrm>
            <a:off x="6261102" y="2679703"/>
            <a:ext cx="2412999" cy="3713161"/>
          </a:xfrm>
          <a:prstGeom prst="rect">
            <a:avLst/>
          </a:prstGeom>
        </p:spPr>
        <p:txBody>
          <a:bodyPr lIns="0" tIns="0" rIns="0" b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3" name="Text Placeholder 6"/>
          <p:cNvSpPr>
            <a:spLocks noGrp="1"/>
          </p:cNvSpPr>
          <p:nvPr>
            <p:ph type="body" sz="quarter" idx="24"/>
          </p:nvPr>
        </p:nvSpPr>
        <p:spPr>
          <a:xfrm>
            <a:off x="8991602" y="2679703"/>
            <a:ext cx="2412999" cy="3713161"/>
          </a:xfrm>
          <a:prstGeom prst="rect">
            <a:avLst/>
          </a:prstGeom>
        </p:spPr>
        <p:txBody>
          <a:bodyPr lIns="0" tIns="0" rIns="0" b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3" name="Slide Number Placeholder 2"/>
          <p:cNvSpPr>
            <a:spLocks noGrp="1"/>
          </p:cNvSpPr>
          <p:nvPr>
            <p:ph type="sldNum" sz="quarter" idx="26"/>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V_1 per page">
    <p:spTree>
      <p:nvGrpSpPr>
        <p:cNvPr id="1" name=""/>
        <p:cNvGrpSpPr/>
        <p:nvPr/>
      </p:nvGrpSpPr>
      <p:grpSpPr>
        <a:xfrm>
          <a:off x="0" y="0"/>
          <a:ext cx="0" cy="0"/>
          <a:chOff x="0" y="0"/>
          <a:chExt cx="0" cy="0"/>
        </a:xfrm>
      </p:grpSpPr>
      <p:sp>
        <p:nvSpPr>
          <p:cNvPr id="3" name="Text Placeholder 2"/>
          <p:cNvSpPr>
            <a:spLocks noGrp="1"/>
          </p:cNvSpPr>
          <p:nvPr>
            <p:ph type="body" sz="quarter" idx="25" hasCustomPrompt="1"/>
          </p:nvPr>
        </p:nvSpPr>
        <p:spPr>
          <a:xfrm>
            <a:off x="719667" y="3401569"/>
            <a:ext cx="5223933" cy="720197"/>
          </a:xfrm>
          <a:prstGeom prst="rect">
            <a:avLst/>
          </a:prstGeom>
        </p:spPr>
        <p:txBody>
          <a:bodyPr>
            <a:spAutoFit/>
          </a:bodyPr>
          <a:lstStyle>
            <a:lvl1pPr marL="0" indent="0">
              <a:buNone/>
              <a:defRPr sz="1200" b="0" baseline="0"/>
            </a:lvl1pPr>
            <a:lvl2pPr marL="457200" indent="0">
              <a:spcAft>
                <a:spcPts val="600"/>
              </a:spcAft>
              <a:buNone/>
              <a:defRPr sz="1200"/>
            </a:lvl2pPr>
            <a:lvl3pPr marL="171450" indent="-171450">
              <a:spcAft>
                <a:spcPts val="600"/>
              </a:spcAft>
              <a:buFont typeface="Arial" panose="020B0604020202020204" pitchFamily="34" charset="0"/>
              <a:buChar char="•"/>
              <a:tabLst/>
              <a:defRPr sz="1200"/>
            </a:lvl3pPr>
            <a:lvl4pPr>
              <a:defRPr sz="1200"/>
            </a:lvl4pPr>
            <a:lvl5pPr>
              <a:defRPr sz="1200"/>
            </a:lvl5pPr>
          </a:lstStyle>
          <a:p>
            <a:pPr lvl="0"/>
            <a:r>
              <a:rPr lang="en-US"/>
              <a:t>Background</a:t>
            </a:r>
          </a:p>
          <a:p>
            <a:pPr lvl="0"/>
            <a:r>
              <a:rPr lang="en-US"/>
              <a:t>Body text</a:t>
            </a:r>
          </a:p>
          <a:p>
            <a:pPr lvl="2"/>
            <a:r>
              <a:rPr lang="en-US"/>
              <a:t>Bullet 1</a:t>
            </a:r>
            <a:endParaRPr lang="en-NZ"/>
          </a:p>
        </p:txBody>
      </p:sp>
      <p:sp>
        <p:nvSpPr>
          <p:cNvPr id="12" name="Text Placeholder 2"/>
          <p:cNvSpPr>
            <a:spLocks noGrp="1"/>
          </p:cNvSpPr>
          <p:nvPr>
            <p:ph type="body" sz="quarter" idx="35" hasCustomPrompt="1"/>
          </p:nvPr>
        </p:nvSpPr>
        <p:spPr>
          <a:xfrm>
            <a:off x="6244167" y="3401569"/>
            <a:ext cx="5223933" cy="720197"/>
          </a:xfrm>
          <a:prstGeom prst="rect">
            <a:avLst/>
          </a:prstGeom>
        </p:spPr>
        <p:txBody>
          <a:bodyPr>
            <a:spAutoFit/>
          </a:bodyPr>
          <a:lstStyle>
            <a:lvl1pPr marL="0" indent="0">
              <a:buNone/>
              <a:defRPr sz="1200" baseline="0"/>
            </a:lvl1pPr>
            <a:lvl2pPr marL="457200" indent="0">
              <a:spcAft>
                <a:spcPts val="600"/>
              </a:spcAft>
              <a:buNone/>
              <a:defRPr sz="1200"/>
            </a:lvl2pPr>
            <a:lvl3pPr marL="177800" indent="-177800">
              <a:spcAft>
                <a:spcPts val="600"/>
              </a:spcAft>
              <a:tabLst/>
              <a:defRPr sz="1200"/>
            </a:lvl3pPr>
            <a:lvl4pPr>
              <a:defRPr sz="1200"/>
            </a:lvl4pPr>
            <a:lvl5pPr>
              <a:defRPr sz="1200"/>
            </a:lvl5pPr>
          </a:lstStyle>
          <a:p>
            <a:pPr lvl="0"/>
            <a:r>
              <a:rPr lang="en-US"/>
              <a:t>Experience</a:t>
            </a:r>
          </a:p>
          <a:p>
            <a:pPr lvl="0"/>
            <a:r>
              <a:rPr lang="en-US"/>
              <a:t>Body text</a:t>
            </a:r>
          </a:p>
          <a:p>
            <a:pPr lvl="2"/>
            <a:r>
              <a:rPr lang="en-US"/>
              <a:t>Bullet 1</a:t>
            </a:r>
            <a:endParaRPr lang="en-NZ"/>
          </a:p>
        </p:txBody>
      </p:sp>
      <p:sp>
        <p:nvSpPr>
          <p:cNvPr id="13" name="Text Placeholder 2"/>
          <p:cNvSpPr>
            <a:spLocks noGrp="1"/>
          </p:cNvSpPr>
          <p:nvPr>
            <p:ph type="body" sz="quarter" idx="34" hasCustomPrompt="1"/>
          </p:nvPr>
        </p:nvSpPr>
        <p:spPr>
          <a:xfrm>
            <a:off x="2523066" y="2308287"/>
            <a:ext cx="3429001" cy="935641"/>
          </a:xfrm>
          <a:prstGeom prst="rect">
            <a:avLst/>
          </a:prstGeom>
        </p:spPr>
        <p:txBody>
          <a:bodyPr>
            <a:spAutoFit/>
          </a:bodyPr>
          <a:lstStyle>
            <a:lvl1pPr marL="0" indent="0">
              <a:spcAft>
                <a:spcPts val="0"/>
              </a:spcAft>
              <a:buNone/>
              <a:defRPr sz="1400" b="0" baseline="0">
                <a:solidFill>
                  <a:schemeClr val="accent1"/>
                </a:solidFill>
              </a:defRPr>
            </a:lvl1pPr>
            <a:lvl2pPr marL="457200" indent="0">
              <a:buNone/>
              <a:defRPr sz="1400">
                <a:solidFill>
                  <a:schemeClr val="bg2"/>
                </a:solidFill>
              </a:defRPr>
            </a:lvl2pPr>
            <a:lvl3pPr marL="0" indent="0">
              <a:spcAft>
                <a:spcPts val="0"/>
              </a:spcAft>
              <a:buFont typeface="Arial" panose="020B0604020202020204" pitchFamily="34" charset="0"/>
              <a:buNone/>
              <a:tabLst/>
              <a:defRPr sz="1000" baseline="0">
                <a:solidFill>
                  <a:schemeClr val="accent2"/>
                </a:solidFill>
              </a:defRPr>
            </a:lvl3pPr>
            <a:lvl4pPr>
              <a:defRPr sz="1100"/>
            </a:lvl4pPr>
            <a:lvl5pPr>
              <a:defRPr sz="1200"/>
            </a:lvl5pPr>
          </a:lstStyle>
          <a:p>
            <a:pPr lvl="0"/>
            <a:r>
              <a:rPr lang="en-US"/>
              <a:t>Name Surname</a:t>
            </a:r>
          </a:p>
          <a:p>
            <a:pPr lvl="0"/>
            <a:r>
              <a:rPr lang="en-US"/>
              <a:t>Title</a:t>
            </a:r>
          </a:p>
          <a:p>
            <a:pPr lvl="2"/>
            <a:r>
              <a:rPr lang="en-US"/>
              <a:t>Contact details</a:t>
            </a:r>
          </a:p>
          <a:p>
            <a:pPr lvl="2"/>
            <a:r>
              <a:rPr lang="en-US"/>
              <a:t>Email address</a:t>
            </a:r>
          </a:p>
        </p:txBody>
      </p:sp>
      <p:sp>
        <p:nvSpPr>
          <p:cNvPr id="9"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1" name="Text Placeholder 11"/>
          <p:cNvSpPr>
            <a:spLocks noGrp="1"/>
          </p:cNvSpPr>
          <p:nvPr>
            <p:ph type="body" sz="quarter" idx="15"/>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4" name="Slide Number Placeholder 3"/>
          <p:cNvSpPr>
            <a:spLocks noGrp="1"/>
          </p:cNvSpPr>
          <p:nvPr>
            <p:ph type="sldNum" sz="quarter" idx="37"/>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
        <p:nvSpPr>
          <p:cNvPr id="6" name="Picture Placeholder 5"/>
          <p:cNvSpPr>
            <a:spLocks noGrp="1"/>
          </p:cNvSpPr>
          <p:nvPr>
            <p:ph type="pic" sz="quarter" idx="38" hasCustomPrompt="1"/>
          </p:nvPr>
        </p:nvSpPr>
        <p:spPr>
          <a:xfrm>
            <a:off x="719667" y="1758963"/>
            <a:ext cx="1655233" cy="1516062"/>
          </a:xfrm>
          <a:prstGeom prst="rect">
            <a:avLst/>
          </a:prstGeom>
          <a:solidFill>
            <a:schemeClr val="bg1"/>
          </a:solidFill>
        </p:spPr>
        <p:txBody>
          <a:bodyPr/>
          <a:lstStyle>
            <a:lvl1pPr marL="0" indent="0" algn="ctr">
              <a:buNone/>
              <a:defRPr sz="1400"/>
            </a:lvl1pPr>
          </a:lstStyle>
          <a:p>
            <a:r>
              <a:rPr lang="en-US" dirty="0"/>
              <a:t>Click and open Windows Explorer</a:t>
            </a:r>
          </a:p>
          <a:p>
            <a:endParaRPr lang="en-US" dirty="0"/>
          </a:p>
        </p:txBody>
      </p:sp>
    </p:spTree>
    <p:extLst>
      <p:ext uri="{BB962C8B-B14F-4D97-AF65-F5344CB8AC3E}">
        <p14:creationId xmlns:p14="http://schemas.microsoft.com/office/powerpoint/2010/main" val="7071609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V_4 per page">
    <p:spTree>
      <p:nvGrpSpPr>
        <p:cNvPr id="1" name=""/>
        <p:cNvGrpSpPr/>
        <p:nvPr/>
      </p:nvGrpSpPr>
      <p:grpSpPr>
        <a:xfrm>
          <a:off x="0" y="0"/>
          <a:ext cx="0" cy="0"/>
          <a:chOff x="0" y="0"/>
          <a:chExt cx="0" cy="0"/>
        </a:xfrm>
      </p:grpSpPr>
      <p:sp>
        <p:nvSpPr>
          <p:cNvPr id="15" name="Picture Placeholder 16"/>
          <p:cNvSpPr>
            <a:spLocks noGrp="1"/>
          </p:cNvSpPr>
          <p:nvPr>
            <p:ph type="pic" sz="quarter" idx="18" hasCustomPrompt="1"/>
          </p:nvPr>
        </p:nvSpPr>
        <p:spPr>
          <a:xfrm>
            <a:off x="719665" y="1769338"/>
            <a:ext cx="1168400" cy="1069977"/>
          </a:xfrm>
          <a:prstGeom prst="rect">
            <a:avLst/>
          </a:prstGeom>
          <a:noFill/>
        </p:spPr>
        <p:txBody>
          <a:bodyPr anchor="ctr">
            <a:noAutofit/>
          </a:bodyPr>
          <a:lstStyle>
            <a:lvl1pPr marL="0" indent="0" algn="ctr">
              <a:buNone/>
              <a:defRPr sz="1200">
                <a:solidFill>
                  <a:schemeClr val="accent6"/>
                </a:solidFill>
              </a:defRPr>
            </a:lvl1pPr>
          </a:lstStyle>
          <a:p>
            <a:r>
              <a:rPr lang="en-NZ" dirty="0"/>
              <a:t>Click and open Windows Explorer</a:t>
            </a:r>
          </a:p>
        </p:txBody>
      </p:sp>
      <p:sp>
        <p:nvSpPr>
          <p:cNvPr id="16" name="Picture Placeholder 16"/>
          <p:cNvSpPr>
            <a:spLocks noGrp="1"/>
          </p:cNvSpPr>
          <p:nvPr>
            <p:ph type="pic" sz="quarter" idx="19" hasCustomPrompt="1"/>
          </p:nvPr>
        </p:nvSpPr>
        <p:spPr>
          <a:xfrm>
            <a:off x="9006468" y="1769338"/>
            <a:ext cx="1168400" cy="1069977"/>
          </a:xfrm>
          <a:prstGeom prst="rect">
            <a:avLst/>
          </a:prstGeom>
          <a:noFill/>
        </p:spPr>
        <p:txBody>
          <a:bodyPr anchor="ctr">
            <a:noAutofit/>
          </a:bodyPr>
          <a:lstStyle>
            <a:lvl1pPr marL="0" indent="0" algn="ctr">
              <a:buNone/>
              <a:defRPr sz="1200">
                <a:solidFill>
                  <a:schemeClr val="accent6"/>
                </a:solidFill>
              </a:defRPr>
            </a:lvl1pPr>
          </a:lstStyle>
          <a:p>
            <a:r>
              <a:rPr lang="en-NZ" dirty="0"/>
              <a:t>Click and open Windows Explorer</a:t>
            </a:r>
          </a:p>
        </p:txBody>
      </p:sp>
      <p:sp>
        <p:nvSpPr>
          <p:cNvPr id="17" name="Picture Placeholder 16"/>
          <p:cNvSpPr>
            <a:spLocks noGrp="1"/>
          </p:cNvSpPr>
          <p:nvPr>
            <p:ph type="pic" sz="quarter" idx="20" hasCustomPrompt="1"/>
          </p:nvPr>
        </p:nvSpPr>
        <p:spPr>
          <a:xfrm>
            <a:off x="6244201" y="1769338"/>
            <a:ext cx="1168400" cy="1069977"/>
          </a:xfrm>
          <a:prstGeom prst="rect">
            <a:avLst/>
          </a:prstGeom>
          <a:noFill/>
        </p:spPr>
        <p:txBody>
          <a:bodyPr anchor="ctr">
            <a:noAutofit/>
          </a:bodyPr>
          <a:lstStyle>
            <a:lvl1pPr marL="0" indent="0" algn="ctr">
              <a:buNone/>
              <a:defRPr sz="1200">
                <a:solidFill>
                  <a:schemeClr val="accent6"/>
                </a:solidFill>
              </a:defRPr>
            </a:lvl1pPr>
          </a:lstStyle>
          <a:p>
            <a:r>
              <a:rPr lang="en-NZ" dirty="0"/>
              <a:t>Click and open Windows Explorer</a:t>
            </a:r>
          </a:p>
        </p:txBody>
      </p:sp>
      <p:sp>
        <p:nvSpPr>
          <p:cNvPr id="18" name="Picture Placeholder 16"/>
          <p:cNvSpPr>
            <a:spLocks noGrp="1"/>
          </p:cNvSpPr>
          <p:nvPr>
            <p:ph type="pic" sz="quarter" idx="21" hasCustomPrompt="1"/>
          </p:nvPr>
        </p:nvSpPr>
        <p:spPr>
          <a:xfrm>
            <a:off x="3481933" y="1769338"/>
            <a:ext cx="1168400" cy="1069977"/>
          </a:xfrm>
          <a:prstGeom prst="rect">
            <a:avLst/>
          </a:prstGeom>
          <a:noFill/>
        </p:spPr>
        <p:txBody>
          <a:bodyPr anchor="ctr">
            <a:noAutofit/>
          </a:bodyPr>
          <a:lstStyle>
            <a:lvl1pPr marL="0" indent="0" algn="ctr">
              <a:buNone/>
              <a:defRPr sz="1200">
                <a:solidFill>
                  <a:schemeClr val="accent6"/>
                </a:solidFill>
              </a:defRPr>
            </a:lvl1pPr>
          </a:lstStyle>
          <a:p>
            <a:r>
              <a:rPr lang="en-NZ" dirty="0"/>
              <a:t>Click and open Windows Explorer</a:t>
            </a:r>
          </a:p>
        </p:txBody>
      </p:sp>
      <p:sp>
        <p:nvSpPr>
          <p:cNvPr id="25" name="Text Placeholder 2"/>
          <p:cNvSpPr>
            <a:spLocks noGrp="1"/>
          </p:cNvSpPr>
          <p:nvPr>
            <p:ph type="body" sz="quarter" idx="25" hasCustomPrompt="1"/>
          </p:nvPr>
        </p:nvSpPr>
        <p:spPr>
          <a:xfrm>
            <a:off x="719667" y="2964765"/>
            <a:ext cx="2457451" cy="1210588"/>
          </a:xfrm>
          <a:prstGeom prst="rect">
            <a:avLst/>
          </a:prstGeom>
        </p:spPr>
        <p:txBody>
          <a:bodyPr/>
          <a:lstStyle>
            <a:lvl1pPr marL="0" indent="0">
              <a:spcAft>
                <a:spcPts val="0"/>
              </a:spcAft>
              <a:buNone/>
              <a:defRPr sz="1200" b="0" baseline="0">
                <a:solidFill>
                  <a:schemeClr val="accent2"/>
                </a:solidFill>
              </a:defRPr>
            </a:lvl1pPr>
            <a:lvl2pPr marL="457200" indent="0">
              <a:buNone/>
              <a:defRPr sz="1200">
                <a:solidFill>
                  <a:schemeClr val="bg2"/>
                </a:solidFill>
              </a:defRPr>
            </a:lvl2pPr>
            <a:lvl3pPr marL="0" indent="0">
              <a:spcAft>
                <a:spcPts val="600"/>
              </a:spcAft>
              <a:buFont typeface="Arial" panose="020B0604020202020204" pitchFamily="34" charset="0"/>
              <a:buNone/>
              <a:tabLst/>
              <a:defRPr sz="1200" baseline="0">
                <a:solidFill>
                  <a:schemeClr val="accent2"/>
                </a:solidFill>
              </a:defRPr>
            </a:lvl3pPr>
            <a:lvl4pPr marL="177800" indent="-177800">
              <a:spcAft>
                <a:spcPts val="600"/>
              </a:spcAft>
              <a:buFont typeface="Arial" panose="020B0604020202020204" pitchFamily="34" charset="0"/>
              <a:buChar char="•"/>
              <a:defRPr sz="1200">
                <a:solidFill>
                  <a:schemeClr val="accent2"/>
                </a:solidFill>
              </a:defRPr>
            </a:lvl4pPr>
            <a:lvl5pPr marL="357188" indent="-179388">
              <a:spcAft>
                <a:spcPts val="600"/>
              </a:spcAft>
              <a:defRPr sz="1200">
                <a:solidFill>
                  <a:schemeClr val="accent2"/>
                </a:solidFill>
              </a:defRPr>
            </a:lvl5pPr>
          </a:lstStyle>
          <a:p>
            <a:pPr lvl="0"/>
            <a:r>
              <a:rPr lang="en-US"/>
              <a:t>Name Surname</a:t>
            </a:r>
          </a:p>
          <a:p>
            <a:pPr lvl="0"/>
            <a:r>
              <a:rPr lang="en-US"/>
              <a:t>Title</a:t>
            </a:r>
          </a:p>
          <a:p>
            <a:pPr lvl="2"/>
            <a:r>
              <a:rPr lang="en-US"/>
              <a:t>Body text</a:t>
            </a:r>
          </a:p>
          <a:p>
            <a:pPr lvl="3"/>
            <a:r>
              <a:rPr lang="en-US"/>
              <a:t>Bullet 1</a:t>
            </a:r>
          </a:p>
          <a:p>
            <a:pPr lvl="4"/>
            <a:r>
              <a:rPr lang="en-US"/>
              <a:t>Bullet 2</a:t>
            </a:r>
            <a:endParaRPr lang="en-NZ"/>
          </a:p>
        </p:txBody>
      </p:sp>
      <p:sp>
        <p:nvSpPr>
          <p:cNvPr id="26" name="Text Placeholder 2"/>
          <p:cNvSpPr>
            <a:spLocks noGrp="1"/>
          </p:cNvSpPr>
          <p:nvPr>
            <p:ph type="body" sz="quarter" idx="34" hasCustomPrompt="1"/>
          </p:nvPr>
        </p:nvSpPr>
        <p:spPr>
          <a:xfrm>
            <a:off x="9006468" y="2964765"/>
            <a:ext cx="2457451" cy="1210588"/>
          </a:xfrm>
          <a:prstGeom prst="rect">
            <a:avLst/>
          </a:prstGeom>
        </p:spPr>
        <p:txBody>
          <a:bodyPr/>
          <a:lstStyle>
            <a:lvl1pPr marL="0" indent="0">
              <a:spcAft>
                <a:spcPts val="0"/>
              </a:spcAft>
              <a:buNone/>
              <a:defRPr sz="1200" b="0" baseline="0">
                <a:solidFill>
                  <a:schemeClr val="accent2"/>
                </a:solidFill>
              </a:defRPr>
            </a:lvl1pPr>
            <a:lvl2pPr marL="457200" indent="0">
              <a:buNone/>
              <a:defRPr sz="1200">
                <a:solidFill>
                  <a:schemeClr val="bg2"/>
                </a:solidFill>
              </a:defRPr>
            </a:lvl2pPr>
            <a:lvl3pPr marL="0" indent="0">
              <a:spcAft>
                <a:spcPts val="600"/>
              </a:spcAft>
              <a:buFont typeface="Arial" panose="020B0604020202020204" pitchFamily="34" charset="0"/>
              <a:buNone/>
              <a:tabLst/>
              <a:defRPr sz="1200" baseline="0">
                <a:solidFill>
                  <a:schemeClr val="accent2"/>
                </a:solidFill>
              </a:defRPr>
            </a:lvl3pPr>
            <a:lvl4pPr marL="177800" indent="-177800">
              <a:spcAft>
                <a:spcPts val="600"/>
              </a:spcAft>
              <a:buFont typeface="Arial" panose="020B0604020202020204" pitchFamily="34" charset="0"/>
              <a:buChar char="•"/>
              <a:defRPr sz="1200">
                <a:solidFill>
                  <a:schemeClr val="accent2"/>
                </a:solidFill>
              </a:defRPr>
            </a:lvl4pPr>
            <a:lvl5pPr marL="357188" indent="-179388">
              <a:spcAft>
                <a:spcPts val="600"/>
              </a:spcAft>
              <a:defRPr sz="1200">
                <a:solidFill>
                  <a:schemeClr val="accent2"/>
                </a:solidFill>
              </a:defRPr>
            </a:lvl5pPr>
          </a:lstStyle>
          <a:p>
            <a:pPr lvl="0"/>
            <a:r>
              <a:rPr lang="en-US"/>
              <a:t>Name Surname</a:t>
            </a:r>
          </a:p>
          <a:p>
            <a:pPr lvl="0"/>
            <a:r>
              <a:rPr lang="en-US"/>
              <a:t>Title</a:t>
            </a:r>
          </a:p>
          <a:p>
            <a:pPr lvl="2"/>
            <a:r>
              <a:rPr lang="en-US"/>
              <a:t>Body text</a:t>
            </a:r>
          </a:p>
          <a:p>
            <a:pPr lvl="3"/>
            <a:r>
              <a:rPr lang="en-US"/>
              <a:t>Bullet 1</a:t>
            </a:r>
          </a:p>
          <a:p>
            <a:pPr lvl="4"/>
            <a:r>
              <a:rPr lang="en-US"/>
              <a:t>Bullet 2</a:t>
            </a:r>
            <a:endParaRPr lang="en-NZ"/>
          </a:p>
        </p:txBody>
      </p:sp>
      <p:sp>
        <p:nvSpPr>
          <p:cNvPr id="27" name="Text Placeholder 2"/>
          <p:cNvSpPr>
            <a:spLocks noGrp="1"/>
          </p:cNvSpPr>
          <p:nvPr>
            <p:ph type="body" sz="quarter" idx="35" hasCustomPrompt="1"/>
          </p:nvPr>
        </p:nvSpPr>
        <p:spPr>
          <a:xfrm>
            <a:off x="6244200" y="2964765"/>
            <a:ext cx="2457451" cy="1210588"/>
          </a:xfrm>
          <a:prstGeom prst="rect">
            <a:avLst/>
          </a:prstGeom>
        </p:spPr>
        <p:txBody>
          <a:bodyPr/>
          <a:lstStyle>
            <a:lvl1pPr marL="0" indent="0">
              <a:spcAft>
                <a:spcPts val="0"/>
              </a:spcAft>
              <a:buNone/>
              <a:defRPr sz="1200" b="0" baseline="0">
                <a:solidFill>
                  <a:schemeClr val="accent2"/>
                </a:solidFill>
              </a:defRPr>
            </a:lvl1pPr>
            <a:lvl2pPr marL="457200" indent="0">
              <a:buNone/>
              <a:defRPr sz="1200">
                <a:solidFill>
                  <a:schemeClr val="bg2"/>
                </a:solidFill>
              </a:defRPr>
            </a:lvl2pPr>
            <a:lvl3pPr marL="0" indent="0">
              <a:spcAft>
                <a:spcPts val="600"/>
              </a:spcAft>
              <a:buFont typeface="Arial" panose="020B0604020202020204" pitchFamily="34" charset="0"/>
              <a:buNone/>
              <a:tabLst/>
              <a:defRPr sz="1200" baseline="0">
                <a:solidFill>
                  <a:schemeClr val="accent2"/>
                </a:solidFill>
              </a:defRPr>
            </a:lvl3pPr>
            <a:lvl4pPr marL="177800" indent="-177800">
              <a:spcAft>
                <a:spcPts val="600"/>
              </a:spcAft>
              <a:buFont typeface="Arial" panose="020B0604020202020204" pitchFamily="34" charset="0"/>
              <a:buChar char="•"/>
              <a:defRPr sz="1200">
                <a:solidFill>
                  <a:schemeClr val="accent2"/>
                </a:solidFill>
              </a:defRPr>
            </a:lvl4pPr>
            <a:lvl5pPr marL="357188" indent="-179388">
              <a:spcAft>
                <a:spcPts val="600"/>
              </a:spcAft>
              <a:defRPr sz="1200">
                <a:solidFill>
                  <a:schemeClr val="accent2"/>
                </a:solidFill>
              </a:defRPr>
            </a:lvl5pPr>
          </a:lstStyle>
          <a:p>
            <a:pPr lvl="0"/>
            <a:r>
              <a:rPr lang="en-US"/>
              <a:t>Name Surname</a:t>
            </a:r>
          </a:p>
          <a:p>
            <a:pPr lvl="0"/>
            <a:r>
              <a:rPr lang="en-US"/>
              <a:t>Title</a:t>
            </a:r>
          </a:p>
          <a:p>
            <a:pPr lvl="2"/>
            <a:r>
              <a:rPr lang="en-US"/>
              <a:t>Body text</a:t>
            </a:r>
          </a:p>
          <a:p>
            <a:pPr lvl="3"/>
            <a:r>
              <a:rPr lang="en-US"/>
              <a:t>Bullet 1</a:t>
            </a:r>
          </a:p>
          <a:p>
            <a:pPr lvl="4"/>
            <a:r>
              <a:rPr lang="en-US"/>
              <a:t>Bullet 2</a:t>
            </a:r>
            <a:endParaRPr lang="en-NZ"/>
          </a:p>
        </p:txBody>
      </p:sp>
      <p:sp>
        <p:nvSpPr>
          <p:cNvPr id="28" name="Text Placeholder 2"/>
          <p:cNvSpPr>
            <a:spLocks noGrp="1"/>
          </p:cNvSpPr>
          <p:nvPr>
            <p:ph type="body" sz="quarter" idx="36" hasCustomPrompt="1"/>
          </p:nvPr>
        </p:nvSpPr>
        <p:spPr>
          <a:xfrm>
            <a:off x="3481933" y="2964765"/>
            <a:ext cx="2457451" cy="1210588"/>
          </a:xfrm>
          <a:prstGeom prst="rect">
            <a:avLst/>
          </a:prstGeom>
        </p:spPr>
        <p:txBody>
          <a:bodyPr/>
          <a:lstStyle>
            <a:lvl1pPr marL="0" indent="0">
              <a:spcAft>
                <a:spcPts val="0"/>
              </a:spcAft>
              <a:buNone/>
              <a:defRPr sz="1200" b="0" baseline="0">
                <a:solidFill>
                  <a:schemeClr val="accent2"/>
                </a:solidFill>
              </a:defRPr>
            </a:lvl1pPr>
            <a:lvl2pPr marL="457200" indent="0">
              <a:buNone/>
              <a:defRPr sz="1200">
                <a:solidFill>
                  <a:schemeClr val="bg2"/>
                </a:solidFill>
              </a:defRPr>
            </a:lvl2pPr>
            <a:lvl3pPr marL="0" indent="0">
              <a:spcAft>
                <a:spcPts val="600"/>
              </a:spcAft>
              <a:buFont typeface="Arial" panose="020B0604020202020204" pitchFamily="34" charset="0"/>
              <a:buNone/>
              <a:tabLst/>
              <a:defRPr sz="1200" baseline="0">
                <a:solidFill>
                  <a:schemeClr val="accent2"/>
                </a:solidFill>
              </a:defRPr>
            </a:lvl3pPr>
            <a:lvl4pPr marL="177800" indent="-177800">
              <a:spcAft>
                <a:spcPts val="600"/>
              </a:spcAft>
              <a:buFont typeface="Arial" panose="020B0604020202020204" pitchFamily="34" charset="0"/>
              <a:buChar char="•"/>
              <a:defRPr sz="1200">
                <a:solidFill>
                  <a:schemeClr val="accent2"/>
                </a:solidFill>
              </a:defRPr>
            </a:lvl4pPr>
            <a:lvl5pPr marL="357188" indent="-179388">
              <a:spcAft>
                <a:spcPts val="600"/>
              </a:spcAft>
              <a:defRPr sz="1200">
                <a:solidFill>
                  <a:schemeClr val="accent2"/>
                </a:solidFill>
              </a:defRPr>
            </a:lvl5pPr>
          </a:lstStyle>
          <a:p>
            <a:pPr lvl="0"/>
            <a:r>
              <a:rPr lang="en-US"/>
              <a:t>Name Surname</a:t>
            </a:r>
          </a:p>
          <a:p>
            <a:pPr lvl="0"/>
            <a:r>
              <a:rPr lang="en-US"/>
              <a:t>Title</a:t>
            </a:r>
          </a:p>
          <a:p>
            <a:pPr lvl="2"/>
            <a:r>
              <a:rPr lang="en-US"/>
              <a:t>Body text</a:t>
            </a:r>
          </a:p>
          <a:p>
            <a:pPr lvl="3"/>
            <a:r>
              <a:rPr lang="en-US"/>
              <a:t>Bullet 1</a:t>
            </a:r>
          </a:p>
          <a:p>
            <a:pPr lvl="4"/>
            <a:r>
              <a:rPr lang="en-US"/>
              <a:t>Bullet 2</a:t>
            </a:r>
            <a:endParaRPr lang="en-NZ"/>
          </a:p>
        </p:txBody>
      </p:sp>
      <p:sp>
        <p:nvSpPr>
          <p:cNvPr id="19"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21" name="Text Placeholder 11"/>
          <p:cNvSpPr>
            <a:spLocks noGrp="1"/>
          </p:cNvSpPr>
          <p:nvPr>
            <p:ph type="body" sz="quarter" idx="15"/>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3" name="Slide Number Placeholder 2"/>
          <p:cNvSpPr>
            <a:spLocks noGrp="1"/>
          </p:cNvSpPr>
          <p:nvPr>
            <p:ph type="sldNum" sz="quarter" idx="38"/>
          </p:nvPr>
        </p:nvSpPr>
        <p:spPr>
          <a:xfrm>
            <a:off x="10774325" y="6356351"/>
            <a:ext cx="808075" cy="365125"/>
          </a:xfrm>
          <a:prstGeom prst="rect">
            <a:avLst/>
          </a:prstGeom>
        </p:spPr>
        <p:txBody>
          <a:bodyPr/>
          <a:lstStyle/>
          <a:p>
            <a:fld id="{37375A8A-23F4-4063-BF5D-AACA5B32A470}" type="slidenum">
              <a:rPr lang="en-US" smtClean="0"/>
              <a:pPr/>
              <a:t>‹#›</a:t>
            </a:fld>
            <a:endParaRPr lang="en-US" dirty="0"/>
          </a:p>
        </p:txBody>
      </p:sp>
    </p:spTree>
    <p:extLst>
      <p:ext uri="{BB962C8B-B14F-4D97-AF65-F5344CB8AC3E}">
        <p14:creationId xmlns:p14="http://schemas.microsoft.com/office/powerpoint/2010/main" val="4746403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12192000" cy="1453787"/>
          </a:xfrm>
          <a:prstGeom prst="rect">
            <a:avLst/>
          </a:prstGeom>
        </p:spPr>
      </p:pic>
      <p:sp>
        <p:nvSpPr>
          <p:cNvPr id="12" name="Freeform 11"/>
          <p:cNvSpPr/>
          <p:nvPr userDrawn="1"/>
        </p:nvSpPr>
        <p:spPr>
          <a:xfrm rot="1680000">
            <a:off x="-391153" y="-2677339"/>
            <a:ext cx="8257208" cy="5381997"/>
          </a:xfrm>
          <a:custGeom>
            <a:avLst/>
            <a:gdLst>
              <a:gd name="connsiteX0" fmla="*/ 0 w 431321"/>
              <a:gd name="connsiteY0" fmla="*/ 0 h 3278038"/>
              <a:gd name="connsiteX1" fmla="*/ 431321 w 431321"/>
              <a:gd name="connsiteY1" fmla="*/ 0 h 3278038"/>
              <a:gd name="connsiteX2" fmla="*/ 431321 w 431321"/>
              <a:gd name="connsiteY2" fmla="*/ 3278038 h 3278038"/>
              <a:gd name="connsiteX3" fmla="*/ 0 w 431321"/>
              <a:gd name="connsiteY3" fmla="*/ 3278038 h 3278038"/>
              <a:gd name="connsiteX4" fmla="*/ 0 w 431321"/>
              <a:gd name="connsiteY4" fmla="*/ 0 h 3278038"/>
              <a:gd name="connsiteX0" fmla="*/ 0 w 1952909"/>
              <a:gd name="connsiteY0" fmla="*/ 1033753 h 3278038"/>
              <a:gd name="connsiteX1" fmla="*/ 1952909 w 1952909"/>
              <a:gd name="connsiteY1" fmla="*/ 0 h 3278038"/>
              <a:gd name="connsiteX2" fmla="*/ 1952909 w 1952909"/>
              <a:gd name="connsiteY2" fmla="*/ 3278038 h 3278038"/>
              <a:gd name="connsiteX3" fmla="*/ 1521588 w 1952909"/>
              <a:gd name="connsiteY3" fmla="*/ 3278038 h 3278038"/>
              <a:gd name="connsiteX4" fmla="*/ 0 w 1952909"/>
              <a:gd name="connsiteY4" fmla="*/ 1033753 h 3278038"/>
              <a:gd name="connsiteX0" fmla="*/ 0 w 3541702"/>
              <a:gd name="connsiteY0" fmla="*/ 1888300 h 3278038"/>
              <a:gd name="connsiteX1" fmla="*/ 3541702 w 3541702"/>
              <a:gd name="connsiteY1" fmla="*/ 0 h 3278038"/>
              <a:gd name="connsiteX2" fmla="*/ 3541702 w 3541702"/>
              <a:gd name="connsiteY2" fmla="*/ 3278038 h 3278038"/>
              <a:gd name="connsiteX3" fmla="*/ 3110381 w 3541702"/>
              <a:gd name="connsiteY3" fmla="*/ 3278038 h 3278038"/>
              <a:gd name="connsiteX4" fmla="*/ 0 w 3541702"/>
              <a:gd name="connsiteY4" fmla="*/ 1888300 h 3278038"/>
              <a:gd name="connsiteX0" fmla="*/ 0 w 3541702"/>
              <a:gd name="connsiteY0" fmla="*/ 1888300 h 5723271"/>
              <a:gd name="connsiteX1" fmla="*/ 3541702 w 3541702"/>
              <a:gd name="connsiteY1" fmla="*/ 0 h 5723271"/>
              <a:gd name="connsiteX2" fmla="*/ 3541702 w 3541702"/>
              <a:gd name="connsiteY2" fmla="*/ 3278038 h 5723271"/>
              <a:gd name="connsiteX3" fmla="*/ 2039089 w 3541702"/>
              <a:gd name="connsiteY3" fmla="*/ 5723271 h 5723271"/>
              <a:gd name="connsiteX4" fmla="*/ 0 w 3541702"/>
              <a:gd name="connsiteY4" fmla="*/ 1888300 h 5723271"/>
              <a:gd name="connsiteX0" fmla="*/ 0 w 3541702"/>
              <a:gd name="connsiteY0" fmla="*/ 1888300 h 5723271"/>
              <a:gd name="connsiteX1" fmla="*/ 3541702 w 3541702"/>
              <a:gd name="connsiteY1" fmla="*/ 0 h 5723271"/>
              <a:gd name="connsiteX2" fmla="*/ 3530999 w 3541702"/>
              <a:gd name="connsiteY2" fmla="*/ 4930010 h 5723271"/>
              <a:gd name="connsiteX3" fmla="*/ 2039089 w 3541702"/>
              <a:gd name="connsiteY3" fmla="*/ 5723271 h 5723271"/>
              <a:gd name="connsiteX4" fmla="*/ 0 w 3541702"/>
              <a:gd name="connsiteY4" fmla="*/ 1888300 h 5723271"/>
              <a:gd name="connsiteX0" fmla="*/ 0 w 5020365"/>
              <a:gd name="connsiteY0" fmla="*/ 2673844 h 5723271"/>
              <a:gd name="connsiteX1" fmla="*/ 5020365 w 5020365"/>
              <a:gd name="connsiteY1" fmla="*/ 0 h 5723271"/>
              <a:gd name="connsiteX2" fmla="*/ 5009662 w 5020365"/>
              <a:gd name="connsiteY2" fmla="*/ 4930010 h 5723271"/>
              <a:gd name="connsiteX3" fmla="*/ 3517752 w 5020365"/>
              <a:gd name="connsiteY3" fmla="*/ 5723271 h 5723271"/>
              <a:gd name="connsiteX4" fmla="*/ 0 w 5020365"/>
              <a:gd name="connsiteY4" fmla="*/ 2673844 h 5723271"/>
              <a:gd name="connsiteX0" fmla="*/ 0 w 5020365"/>
              <a:gd name="connsiteY0" fmla="*/ 2673844 h 7012041"/>
              <a:gd name="connsiteX1" fmla="*/ 5020365 w 5020365"/>
              <a:gd name="connsiteY1" fmla="*/ 0 h 7012041"/>
              <a:gd name="connsiteX2" fmla="*/ 5009662 w 5020365"/>
              <a:gd name="connsiteY2" fmla="*/ 4930010 h 7012041"/>
              <a:gd name="connsiteX3" fmla="*/ 2306660 w 5020365"/>
              <a:gd name="connsiteY3" fmla="*/ 7012041 h 7012041"/>
              <a:gd name="connsiteX4" fmla="*/ 0 w 5020365"/>
              <a:gd name="connsiteY4" fmla="*/ 2673844 h 7012041"/>
              <a:gd name="connsiteX0" fmla="*/ 0 w 5021554"/>
              <a:gd name="connsiteY0" fmla="*/ 2673844 h 7012041"/>
              <a:gd name="connsiteX1" fmla="*/ 5020365 w 5021554"/>
              <a:gd name="connsiteY1" fmla="*/ 0 h 7012041"/>
              <a:gd name="connsiteX2" fmla="*/ 5017986 w 5021554"/>
              <a:gd name="connsiteY2" fmla="*/ 5570404 h 7012041"/>
              <a:gd name="connsiteX3" fmla="*/ 2306660 w 5021554"/>
              <a:gd name="connsiteY3" fmla="*/ 7012041 h 7012041"/>
              <a:gd name="connsiteX4" fmla="*/ 0 w 5021554"/>
              <a:gd name="connsiteY4" fmla="*/ 2673844 h 7012041"/>
              <a:gd name="connsiteX0" fmla="*/ 0 w 5020365"/>
              <a:gd name="connsiteY0" fmla="*/ 2673844 h 7012041"/>
              <a:gd name="connsiteX1" fmla="*/ 5020365 w 5020365"/>
              <a:gd name="connsiteY1" fmla="*/ 0 h 7012041"/>
              <a:gd name="connsiteX2" fmla="*/ 5013706 w 5020365"/>
              <a:gd name="connsiteY2" fmla="*/ 2526944 h 7012041"/>
              <a:gd name="connsiteX3" fmla="*/ 2306660 w 5020365"/>
              <a:gd name="connsiteY3" fmla="*/ 7012041 h 7012041"/>
              <a:gd name="connsiteX4" fmla="*/ 0 w 5020365"/>
              <a:gd name="connsiteY4" fmla="*/ 2673844 h 7012041"/>
              <a:gd name="connsiteX0" fmla="*/ 0 w 5020365"/>
              <a:gd name="connsiteY0" fmla="*/ 2673844 h 4637596"/>
              <a:gd name="connsiteX1" fmla="*/ 5020365 w 5020365"/>
              <a:gd name="connsiteY1" fmla="*/ 0 h 4637596"/>
              <a:gd name="connsiteX2" fmla="*/ 5013706 w 5020365"/>
              <a:gd name="connsiteY2" fmla="*/ 2526944 h 4637596"/>
              <a:gd name="connsiteX3" fmla="*/ 1044146 w 5020365"/>
              <a:gd name="connsiteY3" fmla="*/ 4637596 h 4637596"/>
              <a:gd name="connsiteX4" fmla="*/ 0 w 5020365"/>
              <a:gd name="connsiteY4" fmla="*/ 2673844 h 4637596"/>
              <a:gd name="connsiteX0" fmla="*/ 0 w 5834378"/>
              <a:gd name="connsiteY0" fmla="*/ 3106662 h 4637596"/>
              <a:gd name="connsiteX1" fmla="*/ 5834378 w 5834378"/>
              <a:gd name="connsiteY1" fmla="*/ 0 h 4637596"/>
              <a:gd name="connsiteX2" fmla="*/ 5827719 w 5834378"/>
              <a:gd name="connsiteY2" fmla="*/ 2526944 h 4637596"/>
              <a:gd name="connsiteX3" fmla="*/ 1858159 w 5834378"/>
              <a:gd name="connsiteY3" fmla="*/ 4637596 h 4637596"/>
              <a:gd name="connsiteX4" fmla="*/ 0 w 5834378"/>
              <a:gd name="connsiteY4" fmla="*/ 3106662 h 4637596"/>
              <a:gd name="connsiteX0" fmla="*/ 0 w 5834378"/>
              <a:gd name="connsiteY0" fmla="*/ 3106662 h 5070415"/>
              <a:gd name="connsiteX1" fmla="*/ 5834378 w 5834378"/>
              <a:gd name="connsiteY1" fmla="*/ 0 h 5070415"/>
              <a:gd name="connsiteX2" fmla="*/ 5827719 w 5834378"/>
              <a:gd name="connsiteY2" fmla="*/ 2526944 h 5070415"/>
              <a:gd name="connsiteX3" fmla="*/ 1044143 w 5834378"/>
              <a:gd name="connsiteY3" fmla="*/ 5070415 h 5070415"/>
              <a:gd name="connsiteX4" fmla="*/ 0 w 5834378"/>
              <a:gd name="connsiteY4" fmla="*/ 3106662 h 5070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34378" h="5070415">
                <a:moveTo>
                  <a:pt x="0" y="3106662"/>
                </a:moveTo>
                <a:lnTo>
                  <a:pt x="5834378" y="0"/>
                </a:lnTo>
                <a:cubicBezTo>
                  <a:pt x="5830810" y="1643337"/>
                  <a:pt x="5831287" y="883607"/>
                  <a:pt x="5827719" y="2526944"/>
                </a:cubicBezTo>
                <a:lnTo>
                  <a:pt x="1044143" y="5070415"/>
                </a:lnTo>
                <a:lnTo>
                  <a:pt x="0" y="3106662"/>
                </a:lnTo>
                <a:close/>
              </a:path>
            </a:pathLst>
          </a:custGeom>
          <a:solidFill>
            <a:srgbClr val="0093B2">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4" name="Picture 13"/>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939190" y="-584563"/>
            <a:ext cx="1922143" cy="2038350"/>
          </a:xfrm>
          <a:prstGeom prst="rect">
            <a:avLst/>
          </a:prstGeom>
        </p:spPr>
      </p:pic>
      <p:sp>
        <p:nvSpPr>
          <p:cNvPr id="2" name="Title 1"/>
          <p:cNvSpPr>
            <a:spLocks noGrp="1"/>
          </p:cNvSpPr>
          <p:nvPr>
            <p:ph type="ctrTitle"/>
          </p:nvPr>
        </p:nvSpPr>
        <p:spPr>
          <a:xfrm>
            <a:off x="1896534" y="483691"/>
            <a:ext cx="8235951" cy="377825"/>
          </a:xfrm>
          <a:prstGeom prst="rect">
            <a:avLst/>
          </a:prstGeom>
        </p:spPr>
        <p:txBody>
          <a:bodyPr lIns="0" tIns="0" rIns="0" bIns="0" anchor="t"/>
          <a:lstStyle>
            <a:lvl1pPr algn="l">
              <a:defRPr sz="2400">
                <a:solidFill>
                  <a:srgbClr val="FFFFFF"/>
                </a:solidFill>
                <a:latin typeface="Arial" pitchFamily="34" charset="0"/>
                <a:cs typeface="Arial" pitchFamily="34" charset="0"/>
              </a:defRPr>
            </a:lvl1pPr>
          </a:lstStyle>
          <a:p>
            <a:r>
              <a:rPr lang="en-US"/>
              <a:t>Click to edit Master title style</a:t>
            </a:r>
          </a:p>
        </p:txBody>
      </p:sp>
      <p:sp>
        <p:nvSpPr>
          <p:cNvPr id="13" name="Text Placeholder 11"/>
          <p:cNvSpPr>
            <a:spLocks noGrp="1"/>
          </p:cNvSpPr>
          <p:nvPr>
            <p:ph type="body" sz="quarter" idx="12"/>
          </p:nvPr>
        </p:nvSpPr>
        <p:spPr>
          <a:xfrm>
            <a:off x="1887435" y="806925"/>
            <a:ext cx="8235951" cy="409575"/>
          </a:xfrm>
          <a:prstGeom prst="rect">
            <a:avLst/>
          </a:prstGeom>
        </p:spPr>
        <p:txBody>
          <a:bodyPr lIns="0" tIns="0" rIns="0" bIns="0" anchor="ctr"/>
          <a:lstStyle>
            <a:lvl1pPr>
              <a:buNone/>
              <a:defRPr sz="2000">
                <a:solidFill>
                  <a:srgbClr val="FFFFFF"/>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9" name="Text Placeholder 9"/>
          <p:cNvSpPr>
            <a:spLocks noGrp="1"/>
          </p:cNvSpPr>
          <p:nvPr>
            <p:ph type="body" sz="quarter" idx="10"/>
          </p:nvPr>
        </p:nvSpPr>
        <p:spPr>
          <a:xfrm>
            <a:off x="601132" y="1944688"/>
            <a:ext cx="10960104" cy="4448175"/>
          </a:xfrm>
          <a:prstGeom prst="rect">
            <a:avLst/>
          </a:prstGeom>
        </p:spPr>
        <p:txBody>
          <a:bodyPr lIns="0" tIns="0" rIns="0" bIns="0"/>
          <a:lstStyle>
            <a:lvl1pPr marL="228600" indent="-228600">
              <a:buNone/>
              <a:defRPr sz="1600">
                <a:solidFill>
                  <a:srgbClr val="54585A"/>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rgbClr val="54585A"/>
                </a:solidFill>
              </a:defRPr>
            </a:lvl1pPr>
          </a:lstStyle>
          <a:p>
            <a:fld id="{DE488CFA-37C6-4C61-B902-282616E40EAF}" type="slidenum">
              <a:rPr lang="en-US" smtClean="0"/>
              <a:pPr/>
              <a:t>‹#›</a:t>
            </a:fld>
            <a:endParaRPr lang="en-US" dirty="0"/>
          </a:p>
        </p:txBody>
      </p:sp>
      <p:pic>
        <p:nvPicPr>
          <p:cNvPr id="15" name="Picture 14"/>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39233" y="550997"/>
            <a:ext cx="745068" cy="558801"/>
          </a:xfrm>
          <a:prstGeom prst="rect">
            <a:avLst/>
          </a:prstGeom>
        </p:spPr>
      </p:pic>
    </p:spTree>
    <p:extLst>
      <p:ext uri="{BB962C8B-B14F-4D97-AF65-F5344CB8AC3E}">
        <p14:creationId xmlns:p14="http://schemas.microsoft.com/office/powerpoint/2010/main" val="4928531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25971735"/>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rgbClr val="54585A"/>
                </a:solidFill>
              </a:defRPr>
            </a:lvl1pPr>
          </a:lstStyle>
          <a:p>
            <a:fld id="{DE488CFA-37C6-4C61-B902-282616E40EAF}" type="slidenum">
              <a:rPr lang="en-US" smtClean="0"/>
              <a:pPr/>
              <a:t>‹#›</a:t>
            </a:fld>
            <a:endParaRPr lang="en-US" dirty="0"/>
          </a:p>
        </p:txBody>
      </p:sp>
      <p:sp>
        <p:nvSpPr>
          <p:cNvPr id="7" name="Text Placeholder 9"/>
          <p:cNvSpPr>
            <a:spLocks noGrp="1"/>
          </p:cNvSpPr>
          <p:nvPr>
            <p:ph type="body" sz="quarter" idx="10"/>
          </p:nvPr>
        </p:nvSpPr>
        <p:spPr>
          <a:xfrm>
            <a:off x="601132" y="1944688"/>
            <a:ext cx="10960104" cy="4448175"/>
          </a:xfrm>
          <a:prstGeom prst="rect">
            <a:avLst/>
          </a:prstGeom>
        </p:spPr>
        <p:txBody>
          <a:bodyPr lIns="0" tIns="0" rIns="0" bIns="0"/>
          <a:lstStyle>
            <a:lvl1pPr marL="228600" indent="-228600">
              <a:buNone/>
              <a:defRPr sz="1600">
                <a:solidFill>
                  <a:srgbClr val="54585A"/>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Title 1"/>
          <p:cNvSpPr>
            <a:spLocks noGrp="1"/>
          </p:cNvSpPr>
          <p:nvPr>
            <p:ph type="ctrTitle"/>
          </p:nvPr>
        </p:nvSpPr>
        <p:spPr>
          <a:xfrm>
            <a:off x="1896534" y="483691"/>
            <a:ext cx="8235951" cy="377825"/>
          </a:xfrm>
          <a:prstGeom prst="rect">
            <a:avLst/>
          </a:prstGeom>
        </p:spPr>
        <p:txBody>
          <a:bodyPr lIns="0" tIns="0" rIns="0" bIns="0" anchor="t"/>
          <a:lstStyle>
            <a:lvl1pPr algn="l">
              <a:defRPr sz="2400">
                <a:solidFill>
                  <a:srgbClr val="54585A"/>
                </a:solidFill>
                <a:latin typeface="Arial" pitchFamily="34" charset="0"/>
                <a:cs typeface="Arial" pitchFamily="34" charset="0"/>
              </a:defRPr>
            </a:lvl1pPr>
          </a:lstStyle>
          <a:p>
            <a:r>
              <a:rPr lang="en-US"/>
              <a:t>Click to edit Master title style</a:t>
            </a:r>
          </a:p>
        </p:txBody>
      </p:sp>
      <p:sp>
        <p:nvSpPr>
          <p:cNvPr id="9" name="Text Placeholder 11"/>
          <p:cNvSpPr>
            <a:spLocks noGrp="1"/>
          </p:cNvSpPr>
          <p:nvPr>
            <p:ph type="body" sz="quarter" idx="12"/>
          </p:nvPr>
        </p:nvSpPr>
        <p:spPr>
          <a:xfrm>
            <a:off x="1887435" y="806925"/>
            <a:ext cx="8235951" cy="409575"/>
          </a:xfrm>
          <a:prstGeom prst="rect">
            <a:avLst/>
          </a:prstGeom>
        </p:spPr>
        <p:txBody>
          <a:bodyPr lIns="0" tIns="0" rIns="0" bIns="0" anchor="ctr"/>
          <a:lstStyle>
            <a:lvl1pPr>
              <a:buNone/>
              <a:defRPr sz="2000">
                <a:solidFill>
                  <a:srgbClr val="0093B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5054760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13" name="Text Placeholder 12"/>
          <p:cNvSpPr>
            <a:spLocks noGrp="1"/>
          </p:cNvSpPr>
          <p:nvPr>
            <p:ph type="body" sz="quarter" idx="11"/>
          </p:nvPr>
        </p:nvSpPr>
        <p:spPr>
          <a:xfrm>
            <a:off x="613834" y="1944688"/>
            <a:ext cx="5295900" cy="388610"/>
          </a:xfrm>
          <a:prstGeom prst="rect">
            <a:avLst/>
          </a:prstGeom>
        </p:spPr>
        <p:txBody>
          <a:bodyPr lIns="0" tIns="0" rIns="0" bIns="0"/>
          <a:lstStyle>
            <a:lvl1pPr>
              <a:buNone/>
              <a:defRPr sz="2400" b="1">
                <a:solidFill>
                  <a:srgbClr val="54585A"/>
                </a:solidFill>
                <a:latin typeface="Arial" panose="020B0604020202020204" pitchFamily="34" charset="0"/>
                <a:cs typeface="Arial" panose="020B0604020202020204" pitchFamily="34" charset="0"/>
              </a:defRPr>
            </a:lvl1pPr>
            <a:lvl2pPr>
              <a:defRPr sz="2400"/>
            </a:lvl2pPr>
            <a:lvl3pPr>
              <a:defRPr sz="2400"/>
            </a:lvl3pPr>
            <a:lvl4pPr>
              <a:defRPr sz="2400"/>
            </a:lvl4pPr>
            <a:lvl5pPr>
              <a:defRPr sz="2400"/>
            </a:lvl5pPr>
          </a:lstStyle>
          <a:p>
            <a:pPr lvl="0"/>
            <a:endParaRPr lang="en-US"/>
          </a:p>
        </p:txBody>
      </p:sp>
      <p:sp>
        <p:nvSpPr>
          <p:cNvPr id="15" name="Text Placeholder 14"/>
          <p:cNvSpPr>
            <a:spLocks noGrp="1"/>
          </p:cNvSpPr>
          <p:nvPr>
            <p:ph type="body" sz="quarter" idx="12"/>
          </p:nvPr>
        </p:nvSpPr>
        <p:spPr>
          <a:xfrm>
            <a:off x="613833" y="2365177"/>
            <a:ext cx="5295900" cy="447438"/>
          </a:xfrm>
          <a:prstGeom prst="rect">
            <a:avLst/>
          </a:prstGeom>
        </p:spPr>
        <p:txBody>
          <a:bodyPr lIns="0" tIns="0" rIns="0" bIns="0"/>
          <a:lstStyle>
            <a:lvl1pPr>
              <a:buNone/>
              <a:defRPr sz="2000">
                <a:solidFill>
                  <a:srgbClr val="0093B2"/>
                </a:solidFill>
                <a:latin typeface="Arial" panose="020B0604020202020204" pitchFamily="34" charset="0"/>
                <a:cs typeface="Arial" panose="020B0604020202020204" pitchFamily="34" charset="0"/>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endParaRPr lang="en-US"/>
          </a:p>
        </p:txBody>
      </p:sp>
      <p:sp>
        <p:nvSpPr>
          <p:cNvPr id="8"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fld id="{04E8A9AD-0090-439E-B8E4-6BC69C37F9F4}" type="slidenum">
              <a:rPr kumimoji="0" lang="en-US" sz="1000" b="0" i="0" u="none" strike="noStrike" kern="1200" cap="none" spc="0" normalizeH="0" baseline="0" noProof="0" smtClean="0">
                <a:ln>
                  <a:noFill/>
                </a:ln>
                <a:solidFill>
                  <a:schemeClr val="tx1"/>
                </a:solidFill>
                <a:effectLst/>
                <a:uLnTx/>
                <a:uFillTx/>
                <a:latin typeface="Arial" pitchFamily="34" charset="0"/>
                <a:ea typeface="+mj-ea"/>
                <a:cs typeface="Arial" pitchFamily="34" charset="0"/>
              </a:rPr>
              <a:pPr marL="0" marR="0" lvl="0" indent="0" algn="r" defTabSz="914400" rtl="0" eaLnBrk="1" fontAlgn="auto" latinLnBrk="0" hangingPunct="1">
                <a:lnSpc>
                  <a:spcPct val="100000"/>
                </a:lnSpc>
                <a:spcBef>
                  <a:spcPct val="0"/>
                </a:spcBef>
                <a:spcAft>
                  <a:spcPts val="0"/>
                </a:spcAft>
                <a:buClrTx/>
                <a:buSzTx/>
                <a:buFontTx/>
                <a:buNone/>
                <a:tabLst/>
                <a:defRPr/>
              </a:pPr>
              <a:t>‹#›</a:t>
            </a:fld>
            <a:endParaRPr kumimoji="0" lang="en-US" sz="1000" b="0" i="0" u="none" strike="noStrike" kern="1200" cap="none" spc="0" normalizeH="0" baseline="0" noProof="0" dirty="0">
              <a:ln>
                <a:noFill/>
              </a:ln>
              <a:solidFill>
                <a:schemeClr val="tx1"/>
              </a:solidFill>
              <a:effectLst/>
              <a:uLnTx/>
              <a:uFillTx/>
              <a:latin typeface="Arial" pitchFamily="34" charset="0"/>
              <a:ea typeface="+mj-ea"/>
              <a:cs typeface="Arial" pitchFamily="34" charset="0"/>
            </a:endParaRPr>
          </a:p>
        </p:txBody>
      </p:sp>
    </p:spTree>
    <p:extLst>
      <p:ext uri="{BB962C8B-B14F-4D97-AF65-F5344CB8AC3E}">
        <p14:creationId xmlns:p14="http://schemas.microsoft.com/office/powerpoint/2010/main" val="484582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7"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13"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2812902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Column Layou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2" y="1944688"/>
            <a:ext cx="10960104" cy="4448175"/>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7"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8"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41090481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 Column Layout with Imag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3" y="1944688"/>
            <a:ext cx="5499100" cy="4448175"/>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6" name="Picture Placeholder 10"/>
          <p:cNvSpPr>
            <a:spLocks noGrp="1"/>
          </p:cNvSpPr>
          <p:nvPr>
            <p:ph type="pic" sz="quarter" idx="11"/>
          </p:nvPr>
        </p:nvSpPr>
        <p:spPr>
          <a:xfrm>
            <a:off x="5334002" y="1944687"/>
            <a:ext cx="6857999" cy="4913314"/>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99" h="4913314">
                <a:moveTo>
                  <a:pt x="2619375" y="0"/>
                </a:moveTo>
                <a:lnTo>
                  <a:pt x="5143499" y="0"/>
                </a:lnTo>
                <a:lnTo>
                  <a:pt x="5143499" y="4913314"/>
                </a:lnTo>
                <a:lnTo>
                  <a:pt x="0" y="4913313"/>
                </a:lnTo>
                <a:lnTo>
                  <a:pt x="2619375" y="0"/>
                </a:lnTo>
                <a:close/>
              </a:path>
            </a:pathLst>
          </a:custGeom>
        </p:spPr>
        <p:txBody>
          <a:bodyPr anchor="ctr"/>
          <a:lstStyle>
            <a:lvl1pPr algn="ctr">
              <a:defRPr/>
            </a:lvl1pPr>
          </a:lstStyle>
          <a:p>
            <a:endParaRPr lang="en-US" dirty="0"/>
          </a:p>
        </p:txBody>
      </p:sp>
      <p:sp>
        <p:nvSpPr>
          <p:cNvPr id="7"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8"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23767363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 Column Layout with Multiple Imag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2" y="1944688"/>
            <a:ext cx="5499101" cy="4448175"/>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7"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8" name="Picture Placeholder 10"/>
          <p:cNvSpPr>
            <a:spLocks noGrp="1"/>
          </p:cNvSpPr>
          <p:nvPr>
            <p:ph type="pic" sz="quarter" idx="11"/>
          </p:nvPr>
        </p:nvSpPr>
        <p:spPr>
          <a:xfrm>
            <a:off x="5334002" y="3427413"/>
            <a:ext cx="6857999" cy="3430588"/>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 name="connsiteX0" fmla="*/ 1820862 w 5143499"/>
              <a:gd name="connsiteY0" fmla="*/ 1482726 h 4913314"/>
              <a:gd name="connsiteX1" fmla="*/ 5143499 w 5143499"/>
              <a:gd name="connsiteY1" fmla="*/ 0 h 4913314"/>
              <a:gd name="connsiteX2" fmla="*/ 5143499 w 5143499"/>
              <a:gd name="connsiteY2" fmla="*/ 4913314 h 4913314"/>
              <a:gd name="connsiteX3" fmla="*/ 0 w 5143499"/>
              <a:gd name="connsiteY3" fmla="*/ 4913313 h 4913314"/>
              <a:gd name="connsiteX4" fmla="*/ 1820862 w 5143499"/>
              <a:gd name="connsiteY4" fmla="*/ 1482726 h 4913314"/>
              <a:gd name="connsiteX0" fmla="*/ 1820862 w 5143499"/>
              <a:gd name="connsiteY0" fmla="*/ 0 h 3430588"/>
              <a:gd name="connsiteX1" fmla="*/ 5143499 w 5143499"/>
              <a:gd name="connsiteY1" fmla="*/ 0 h 3430588"/>
              <a:gd name="connsiteX2" fmla="*/ 5143499 w 5143499"/>
              <a:gd name="connsiteY2" fmla="*/ 3430588 h 3430588"/>
              <a:gd name="connsiteX3" fmla="*/ 0 w 5143499"/>
              <a:gd name="connsiteY3" fmla="*/ 3430587 h 3430588"/>
              <a:gd name="connsiteX4" fmla="*/ 1820862 w 5143499"/>
              <a:gd name="connsiteY4" fmla="*/ 0 h 343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99" h="3430588">
                <a:moveTo>
                  <a:pt x="1820862" y="0"/>
                </a:moveTo>
                <a:lnTo>
                  <a:pt x="5143499" y="0"/>
                </a:lnTo>
                <a:lnTo>
                  <a:pt x="5143499" y="3430588"/>
                </a:lnTo>
                <a:lnTo>
                  <a:pt x="0" y="3430587"/>
                </a:lnTo>
                <a:lnTo>
                  <a:pt x="1820862" y="0"/>
                </a:lnTo>
                <a:close/>
              </a:path>
            </a:pathLst>
          </a:custGeom>
        </p:spPr>
        <p:txBody>
          <a:bodyPr anchor="ctr"/>
          <a:lstStyle>
            <a:lvl1pPr algn="ctr">
              <a:defRPr/>
            </a:lvl1pPr>
          </a:lstStyle>
          <a:p>
            <a:endParaRPr lang="en-US" dirty="0"/>
          </a:p>
        </p:txBody>
      </p:sp>
      <p:sp>
        <p:nvSpPr>
          <p:cNvPr id="9" name="Picture Placeholder 10"/>
          <p:cNvSpPr>
            <a:spLocks noGrp="1"/>
          </p:cNvSpPr>
          <p:nvPr>
            <p:ph type="pic" sz="quarter" idx="13"/>
          </p:nvPr>
        </p:nvSpPr>
        <p:spPr>
          <a:xfrm>
            <a:off x="7861301" y="1944687"/>
            <a:ext cx="4330699" cy="1349376"/>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 name="connsiteX0" fmla="*/ 1820862 w 5143499"/>
              <a:gd name="connsiteY0" fmla="*/ 1482726 h 4913314"/>
              <a:gd name="connsiteX1" fmla="*/ 5143499 w 5143499"/>
              <a:gd name="connsiteY1" fmla="*/ 0 h 4913314"/>
              <a:gd name="connsiteX2" fmla="*/ 5143499 w 5143499"/>
              <a:gd name="connsiteY2" fmla="*/ 4913314 h 4913314"/>
              <a:gd name="connsiteX3" fmla="*/ 0 w 5143499"/>
              <a:gd name="connsiteY3" fmla="*/ 4913313 h 4913314"/>
              <a:gd name="connsiteX4" fmla="*/ 1820862 w 5143499"/>
              <a:gd name="connsiteY4" fmla="*/ 1482726 h 4913314"/>
              <a:gd name="connsiteX0" fmla="*/ 1820862 w 5143499"/>
              <a:gd name="connsiteY0" fmla="*/ 0 h 3430588"/>
              <a:gd name="connsiteX1" fmla="*/ 5143499 w 5143499"/>
              <a:gd name="connsiteY1" fmla="*/ 0 h 3430588"/>
              <a:gd name="connsiteX2" fmla="*/ 5143499 w 5143499"/>
              <a:gd name="connsiteY2" fmla="*/ 3430588 h 3430588"/>
              <a:gd name="connsiteX3" fmla="*/ 0 w 5143499"/>
              <a:gd name="connsiteY3" fmla="*/ 3430587 h 3430588"/>
              <a:gd name="connsiteX4" fmla="*/ 1820862 w 5143499"/>
              <a:gd name="connsiteY4" fmla="*/ 0 h 3430588"/>
              <a:gd name="connsiteX0" fmla="*/ 731837 w 5143499"/>
              <a:gd name="connsiteY0" fmla="*/ 2081212 h 3430588"/>
              <a:gd name="connsiteX1" fmla="*/ 5143499 w 5143499"/>
              <a:gd name="connsiteY1" fmla="*/ 0 h 3430588"/>
              <a:gd name="connsiteX2" fmla="*/ 5143499 w 5143499"/>
              <a:gd name="connsiteY2" fmla="*/ 3430588 h 3430588"/>
              <a:gd name="connsiteX3" fmla="*/ 0 w 5143499"/>
              <a:gd name="connsiteY3" fmla="*/ 3430587 h 3430588"/>
              <a:gd name="connsiteX4" fmla="*/ 731837 w 5143499"/>
              <a:gd name="connsiteY4" fmla="*/ 2081212 h 3430588"/>
              <a:gd name="connsiteX0" fmla="*/ 731837 w 5143499"/>
              <a:gd name="connsiteY0" fmla="*/ 0 h 1349376"/>
              <a:gd name="connsiteX1" fmla="*/ 3022599 w 5143499"/>
              <a:gd name="connsiteY1" fmla="*/ 0 h 1349376"/>
              <a:gd name="connsiteX2" fmla="*/ 5143499 w 5143499"/>
              <a:gd name="connsiteY2" fmla="*/ 1349376 h 1349376"/>
              <a:gd name="connsiteX3" fmla="*/ 0 w 5143499"/>
              <a:gd name="connsiteY3" fmla="*/ 1349375 h 1349376"/>
              <a:gd name="connsiteX4" fmla="*/ 731837 w 5143499"/>
              <a:gd name="connsiteY4" fmla="*/ 0 h 1349376"/>
              <a:gd name="connsiteX0" fmla="*/ 731837 w 3248024"/>
              <a:gd name="connsiteY0" fmla="*/ 0 h 1349376"/>
              <a:gd name="connsiteX1" fmla="*/ 3022599 w 3248024"/>
              <a:gd name="connsiteY1" fmla="*/ 0 h 1349376"/>
              <a:gd name="connsiteX2" fmla="*/ 3248024 w 3248024"/>
              <a:gd name="connsiteY2" fmla="*/ 1349376 h 1349376"/>
              <a:gd name="connsiteX3" fmla="*/ 0 w 3248024"/>
              <a:gd name="connsiteY3" fmla="*/ 1349375 h 1349376"/>
              <a:gd name="connsiteX4" fmla="*/ 731837 w 3248024"/>
              <a:gd name="connsiteY4" fmla="*/ 0 h 1349376"/>
              <a:gd name="connsiteX0" fmla="*/ 731837 w 3248024"/>
              <a:gd name="connsiteY0" fmla="*/ 0 h 1349376"/>
              <a:gd name="connsiteX1" fmla="*/ 3248024 w 3248024"/>
              <a:gd name="connsiteY1" fmla="*/ 0 h 1349376"/>
              <a:gd name="connsiteX2" fmla="*/ 3248024 w 3248024"/>
              <a:gd name="connsiteY2" fmla="*/ 1349376 h 1349376"/>
              <a:gd name="connsiteX3" fmla="*/ 0 w 3248024"/>
              <a:gd name="connsiteY3" fmla="*/ 1349375 h 1349376"/>
              <a:gd name="connsiteX4" fmla="*/ 731837 w 3248024"/>
              <a:gd name="connsiteY4" fmla="*/ 0 h 1349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8024" h="1349376">
                <a:moveTo>
                  <a:pt x="731837" y="0"/>
                </a:moveTo>
                <a:lnTo>
                  <a:pt x="3248024" y="0"/>
                </a:lnTo>
                <a:lnTo>
                  <a:pt x="3248024" y="1349376"/>
                </a:lnTo>
                <a:lnTo>
                  <a:pt x="0" y="1349375"/>
                </a:lnTo>
                <a:lnTo>
                  <a:pt x="731837" y="0"/>
                </a:lnTo>
                <a:close/>
              </a:path>
            </a:pathLst>
          </a:custGeom>
        </p:spPr>
        <p:txBody>
          <a:bodyPr anchor="ctr"/>
          <a:lstStyle>
            <a:lvl1pPr algn="ctr">
              <a:defRPr/>
            </a:lvl1pPr>
          </a:lstStyle>
          <a:p>
            <a:endParaRPr lang="en-US" dirty="0"/>
          </a:p>
        </p:txBody>
      </p:sp>
      <p:sp>
        <p:nvSpPr>
          <p:cNvPr id="11"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2"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2873824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Text Column">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3" y="1944688"/>
            <a:ext cx="5308600" cy="4448175"/>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1" name="Text Placeholder 9"/>
          <p:cNvSpPr>
            <a:spLocks noGrp="1"/>
          </p:cNvSpPr>
          <p:nvPr>
            <p:ph type="body" sz="quarter" idx="11"/>
          </p:nvPr>
        </p:nvSpPr>
        <p:spPr>
          <a:xfrm>
            <a:off x="6261100" y="1944688"/>
            <a:ext cx="5325533" cy="4448175"/>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6"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7"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8"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1320590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2 Text Column">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3" y="1944688"/>
            <a:ext cx="5308600" cy="2798763"/>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1" name="Text Placeholder 9"/>
          <p:cNvSpPr>
            <a:spLocks noGrp="1"/>
          </p:cNvSpPr>
          <p:nvPr>
            <p:ph type="body" sz="quarter" idx="11"/>
          </p:nvPr>
        </p:nvSpPr>
        <p:spPr>
          <a:xfrm>
            <a:off x="6261100" y="1944688"/>
            <a:ext cx="5325533" cy="2798763"/>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6"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7" name="Picture Placeholder 10"/>
          <p:cNvSpPr>
            <a:spLocks noGrp="1"/>
          </p:cNvSpPr>
          <p:nvPr>
            <p:ph type="pic" sz="quarter" idx="13"/>
          </p:nvPr>
        </p:nvSpPr>
        <p:spPr>
          <a:xfrm>
            <a:off x="6100234" y="4921250"/>
            <a:ext cx="6091767" cy="1936750"/>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 name="connsiteX0" fmla="*/ 1820862 w 5143499"/>
              <a:gd name="connsiteY0" fmla="*/ 1482726 h 4913314"/>
              <a:gd name="connsiteX1" fmla="*/ 5143499 w 5143499"/>
              <a:gd name="connsiteY1" fmla="*/ 0 h 4913314"/>
              <a:gd name="connsiteX2" fmla="*/ 5143499 w 5143499"/>
              <a:gd name="connsiteY2" fmla="*/ 4913314 h 4913314"/>
              <a:gd name="connsiteX3" fmla="*/ 0 w 5143499"/>
              <a:gd name="connsiteY3" fmla="*/ 4913313 h 4913314"/>
              <a:gd name="connsiteX4" fmla="*/ 1820862 w 5143499"/>
              <a:gd name="connsiteY4" fmla="*/ 1482726 h 4913314"/>
              <a:gd name="connsiteX0" fmla="*/ 1820862 w 5143499"/>
              <a:gd name="connsiteY0" fmla="*/ 0 h 3430588"/>
              <a:gd name="connsiteX1" fmla="*/ 5143499 w 5143499"/>
              <a:gd name="connsiteY1" fmla="*/ 0 h 3430588"/>
              <a:gd name="connsiteX2" fmla="*/ 5143499 w 5143499"/>
              <a:gd name="connsiteY2" fmla="*/ 3430588 h 3430588"/>
              <a:gd name="connsiteX3" fmla="*/ 0 w 5143499"/>
              <a:gd name="connsiteY3" fmla="*/ 3430587 h 3430588"/>
              <a:gd name="connsiteX4" fmla="*/ 1820862 w 5143499"/>
              <a:gd name="connsiteY4" fmla="*/ 0 h 3430588"/>
              <a:gd name="connsiteX0" fmla="*/ 1030287 w 5143499"/>
              <a:gd name="connsiteY0" fmla="*/ 1493837 h 3430588"/>
              <a:gd name="connsiteX1" fmla="*/ 5143499 w 5143499"/>
              <a:gd name="connsiteY1" fmla="*/ 0 h 3430588"/>
              <a:gd name="connsiteX2" fmla="*/ 5143499 w 5143499"/>
              <a:gd name="connsiteY2" fmla="*/ 3430588 h 3430588"/>
              <a:gd name="connsiteX3" fmla="*/ 0 w 5143499"/>
              <a:gd name="connsiteY3" fmla="*/ 3430587 h 3430588"/>
              <a:gd name="connsiteX4" fmla="*/ 1030287 w 5143499"/>
              <a:gd name="connsiteY4" fmla="*/ 1493837 h 3430588"/>
              <a:gd name="connsiteX0" fmla="*/ 1030287 w 5143499"/>
              <a:gd name="connsiteY0" fmla="*/ 0 h 1936751"/>
              <a:gd name="connsiteX1" fmla="*/ 5143499 w 5143499"/>
              <a:gd name="connsiteY1" fmla="*/ 0 h 1936751"/>
              <a:gd name="connsiteX2" fmla="*/ 5143499 w 5143499"/>
              <a:gd name="connsiteY2" fmla="*/ 1936751 h 1936751"/>
              <a:gd name="connsiteX3" fmla="*/ 0 w 5143499"/>
              <a:gd name="connsiteY3" fmla="*/ 1936750 h 1936751"/>
              <a:gd name="connsiteX4" fmla="*/ 1030287 w 5143499"/>
              <a:gd name="connsiteY4" fmla="*/ 0 h 1936751"/>
              <a:gd name="connsiteX0" fmla="*/ 1030287 w 5143499"/>
              <a:gd name="connsiteY0" fmla="*/ 0 h 1936751"/>
              <a:gd name="connsiteX1" fmla="*/ 4581524 w 5143499"/>
              <a:gd name="connsiteY1" fmla="*/ 0 h 1936751"/>
              <a:gd name="connsiteX2" fmla="*/ 5143499 w 5143499"/>
              <a:gd name="connsiteY2" fmla="*/ 1936751 h 1936751"/>
              <a:gd name="connsiteX3" fmla="*/ 0 w 5143499"/>
              <a:gd name="connsiteY3" fmla="*/ 1936750 h 1936751"/>
              <a:gd name="connsiteX4" fmla="*/ 1030287 w 5143499"/>
              <a:gd name="connsiteY4" fmla="*/ 0 h 1936751"/>
              <a:gd name="connsiteX0" fmla="*/ 1030287 w 4581524"/>
              <a:gd name="connsiteY0" fmla="*/ 0 h 1936751"/>
              <a:gd name="connsiteX1" fmla="*/ 4581524 w 4581524"/>
              <a:gd name="connsiteY1" fmla="*/ 0 h 1936751"/>
              <a:gd name="connsiteX2" fmla="*/ 4581524 w 4581524"/>
              <a:gd name="connsiteY2" fmla="*/ 1936751 h 1936751"/>
              <a:gd name="connsiteX3" fmla="*/ 0 w 4581524"/>
              <a:gd name="connsiteY3" fmla="*/ 1936750 h 1936751"/>
              <a:gd name="connsiteX4" fmla="*/ 1030287 w 4581524"/>
              <a:gd name="connsiteY4" fmla="*/ 0 h 1936751"/>
              <a:gd name="connsiteX0" fmla="*/ 1030287 w 5429249"/>
              <a:gd name="connsiteY0" fmla="*/ 0 h 1936751"/>
              <a:gd name="connsiteX1" fmla="*/ 5429249 w 5429249"/>
              <a:gd name="connsiteY1" fmla="*/ 0 h 1936751"/>
              <a:gd name="connsiteX2" fmla="*/ 4581524 w 5429249"/>
              <a:gd name="connsiteY2" fmla="*/ 1936751 h 1936751"/>
              <a:gd name="connsiteX3" fmla="*/ 0 w 5429249"/>
              <a:gd name="connsiteY3" fmla="*/ 1936750 h 1936751"/>
              <a:gd name="connsiteX4" fmla="*/ 1030287 w 5429249"/>
              <a:gd name="connsiteY4" fmla="*/ 0 h 1936751"/>
              <a:gd name="connsiteX0" fmla="*/ 1030287 w 5429249"/>
              <a:gd name="connsiteY0" fmla="*/ 0 h 1936750"/>
              <a:gd name="connsiteX1" fmla="*/ 5429249 w 5429249"/>
              <a:gd name="connsiteY1" fmla="*/ 0 h 1936750"/>
              <a:gd name="connsiteX2" fmla="*/ 5429249 w 5429249"/>
              <a:gd name="connsiteY2" fmla="*/ 1936750 h 1936750"/>
              <a:gd name="connsiteX3" fmla="*/ 0 w 5429249"/>
              <a:gd name="connsiteY3" fmla="*/ 1936750 h 1936750"/>
              <a:gd name="connsiteX4" fmla="*/ 1030287 w 5429249"/>
              <a:gd name="connsiteY4" fmla="*/ 0 h 1936750"/>
              <a:gd name="connsiteX0" fmla="*/ 1030287 w 5429249"/>
              <a:gd name="connsiteY0" fmla="*/ 0 h 1936750"/>
              <a:gd name="connsiteX1" fmla="*/ 4568825 w 5429249"/>
              <a:gd name="connsiteY1" fmla="*/ 0 h 1936750"/>
              <a:gd name="connsiteX2" fmla="*/ 5429249 w 5429249"/>
              <a:gd name="connsiteY2" fmla="*/ 1936750 h 1936750"/>
              <a:gd name="connsiteX3" fmla="*/ 0 w 5429249"/>
              <a:gd name="connsiteY3" fmla="*/ 1936750 h 1936750"/>
              <a:gd name="connsiteX4" fmla="*/ 1030287 w 5429249"/>
              <a:gd name="connsiteY4" fmla="*/ 0 h 1936750"/>
              <a:gd name="connsiteX0" fmla="*/ 1030287 w 4568825"/>
              <a:gd name="connsiteY0" fmla="*/ 0 h 1936750"/>
              <a:gd name="connsiteX1" fmla="*/ 4568825 w 4568825"/>
              <a:gd name="connsiteY1" fmla="*/ 0 h 1936750"/>
              <a:gd name="connsiteX2" fmla="*/ 4568825 w 4568825"/>
              <a:gd name="connsiteY2" fmla="*/ 1936750 h 1936750"/>
              <a:gd name="connsiteX3" fmla="*/ 0 w 4568825"/>
              <a:gd name="connsiteY3" fmla="*/ 1936750 h 1936750"/>
              <a:gd name="connsiteX4" fmla="*/ 1030287 w 4568825"/>
              <a:gd name="connsiteY4" fmla="*/ 0 h 1936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8825" h="1936750">
                <a:moveTo>
                  <a:pt x="1030287" y="0"/>
                </a:moveTo>
                <a:lnTo>
                  <a:pt x="4568825" y="0"/>
                </a:lnTo>
                <a:lnTo>
                  <a:pt x="4568825" y="1936750"/>
                </a:lnTo>
                <a:lnTo>
                  <a:pt x="0" y="1936750"/>
                </a:lnTo>
                <a:lnTo>
                  <a:pt x="1030287" y="0"/>
                </a:lnTo>
                <a:close/>
              </a:path>
            </a:pathLst>
          </a:custGeom>
        </p:spPr>
        <p:txBody>
          <a:bodyPr anchor="ctr"/>
          <a:lstStyle>
            <a:lvl1pPr algn="ctr">
              <a:defRPr/>
            </a:lvl1pPr>
          </a:lstStyle>
          <a:p>
            <a:endParaRPr lang="en-US" dirty="0"/>
          </a:p>
        </p:txBody>
      </p:sp>
      <p:sp>
        <p:nvSpPr>
          <p:cNvPr id="12" name="Picture Placeholder 11"/>
          <p:cNvSpPr>
            <a:spLocks noGrp="1"/>
          </p:cNvSpPr>
          <p:nvPr>
            <p:ph type="pic" sz="quarter" idx="14"/>
          </p:nvPr>
        </p:nvSpPr>
        <p:spPr>
          <a:xfrm>
            <a:off x="0" y="4921250"/>
            <a:ext cx="7188200" cy="1936750"/>
          </a:xfrm>
          <a:custGeom>
            <a:avLst/>
            <a:gdLst>
              <a:gd name="connsiteX0" fmla="*/ 0 w 5581650"/>
              <a:gd name="connsiteY0" fmla="*/ 0 h 1936750"/>
              <a:gd name="connsiteX1" fmla="*/ 5581650 w 5581650"/>
              <a:gd name="connsiteY1" fmla="*/ 0 h 1936750"/>
              <a:gd name="connsiteX2" fmla="*/ 5581650 w 5581650"/>
              <a:gd name="connsiteY2" fmla="*/ 1936750 h 1936750"/>
              <a:gd name="connsiteX3" fmla="*/ 0 w 5581650"/>
              <a:gd name="connsiteY3" fmla="*/ 1936750 h 1936750"/>
              <a:gd name="connsiteX4" fmla="*/ 0 w 5581650"/>
              <a:gd name="connsiteY4" fmla="*/ 0 h 1936750"/>
              <a:gd name="connsiteX0" fmla="*/ 0 w 5581650"/>
              <a:gd name="connsiteY0" fmla="*/ 0 h 1936750"/>
              <a:gd name="connsiteX1" fmla="*/ 5581650 w 5581650"/>
              <a:gd name="connsiteY1" fmla="*/ 0 h 1936750"/>
              <a:gd name="connsiteX2" fmla="*/ 4562476 w 5581650"/>
              <a:gd name="connsiteY2" fmla="*/ 1936750 h 1936750"/>
              <a:gd name="connsiteX3" fmla="*/ 0 w 5581650"/>
              <a:gd name="connsiteY3" fmla="*/ 1936750 h 1936750"/>
              <a:gd name="connsiteX4" fmla="*/ 0 w 5581650"/>
              <a:gd name="connsiteY4" fmla="*/ 0 h 1936750"/>
              <a:gd name="connsiteX0" fmla="*/ 161925 w 5581650"/>
              <a:gd name="connsiteY0" fmla="*/ 0 h 1936750"/>
              <a:gd name="connsiteX1" fmla="*/ 5581650 w 5581650"/>
              <a:gd name="connsiteY1" fmla="*/ 0 h 1936750"/>
              <a:gd name="connsiteX2" fmla="*/ 4562476 w 5581650"/>
              <a:gd name="connsiteY2" fmla="*/ 1936750 h 1936750"/>
              <a:gd name="connsiteX3" fmla="*/ 0 w 5581650"/>
              <a:gd name="connsiteY3" fmla="*/ 1936750 h 1936750"/>
              <a:gd name="connsiteX4" fmla="*/ 161925 w 5581650"/>
              <a:gd name="connsiteY4" fmla="*/ 0 h 1936750"/>
              <a:gd name="connsiteX0" fmla="*/ 0 w 5419725"/>
              <a:gd name="connsiteY0" fmla="*/ 0 h 1936751"/>
              <a:gd name="connsiteX1" fmla="*/ 5419725 w 5419725"/>
              <a:gd name="connsiteY1" fmla="*/ 0 h 1936751"/>
              <a:gd name="connsiteX2" fmla="*/ 4400551 w 5419725"/>
              <a:gd name="connsiteY2" fmla="*/ 1936750 h 1936751"/>
              <a:gd name="connsiteX3" fmla="*/ 0 w 5419725"/>
              <a:gd name="connsiteY3" fmla="*/ 1936751 h 1936751"/>
              <a:gd name="connsiteX4" fmla="*/ 0 w 5419725"/>
              <a:gd name="connsiteY4" fmla="*/ 0 h 1936751"/>
              <a:gd name="connsiteX0" fmla="*/ 838200 w 5419725"/>
              <a:gd name="connsiteY0" fmla="*/ 0 h 1936751"/>
              <a:gd name="connsiteX1" fmla="*/ 5419725 w 5419725"/>
              <a:gd name="connsiteY1" fmla="*/ 0 h 1936751"/>
              <a:gd name="connsiteX2" fmla="*/ 4400551 w 5419725"/>
              <a:gd name="connsiteY2" fmla="*/ 1936750 h 1936751"/>
              <a:gd name="connsiteX3" fmla="*/ 0 w 5419725"/>
              <a:gd name="connsiteY3" fmla="*/ 1936751 h 1936751"/>
              <a:gd name="connsiteX4" fmla="*/ 838200 w 5419725"/>
              <a:gd name="connsiteY4" fmla="*/ 0 h 1936751"/>
              <a:gd name="connsiteX0" fmla="*/ 0 w 4581525"/>
              <a:gd name="connsiteY0" fmla="*/ 0 h 1936750"/>
              <a:gd name="connsiteX1" fmla="*/ 4581525 w 4581525"/>
              <a:gd name="connsiteY1" fmla="*/ 0 h 1936750"/>
              <a:gd name="connsiteX2" fmla="*/ 3562351 w 4581525"/>
              <a:gd name="connsiteY2" fmla="*/ 1936750 h 1936750"/>
              <a:gd name="connsiteX3" fmla="*/ 0 w 4581525"/>
              <a:gd name="connsiteY3" fmla="*/ 1936750 h 1936750"/>
              <a:gd name="connsiteX4" fmla="*/ 0 w 4581525"/>
              <a:gd name="connsiteY4" fmla="*/ 0 h 1936750"/>
              <a:gd name="connsiteX0" fmla="*/ 0 w 4581525"/>
              <a:gd name="connsiteY0" fmla="*/ 0 h 1936750"/>
              <a:gd name="connsiteX1" fmla="*/ 4581525 w 4581525"/>
              <a:gd name="connsiteY1" fmla="*/ 0 h 1936750"/>
              <a:gd name="connsiteX2" fmla="*/ 3562351 w 4581525"/>
              <a:gd name="connsiteY2" fmla="*/ 1936750 h 1936750"/>
              <a:gd name="connsiteX3" fmla="*/ 0 w 4581525"/>
              <a:gd name="connsiteY3" fmla="*/ 1936750 h 1936750"/>
              <a:gd name="connsiteX4" fmla="*/ 0 w 4581525"/>
              <a:gd name="connsiteY4" fmla="*/ 0 h 1936750"/>
              <a:gd name="connsiteX0" fmla="*/ 0 w 4581525"/>
              <a:gd name="connsiteY0" fmla="*/ 0 h 1936750"/>
              <a:gd name="connsiteX1" fmla="*/ 4581525 w 4581525"/>
              <a:gd name="connsiteY1" fmla="*/ 0 h 1936750"/>
              <a:gd name="connsiteX2" fmla="*/ 2695575 w 4581525"/>
              <a:gd name="connsiteY2" fmla="*/ 1936750 h 1936750"/>
              <a:gd name="connsiteX3" fmla="*/ 0 w 4581525"/>
              <a:gd name="connsiteY3" fmla="*/ 1936750 h 1936750"/>
              <a:gd name="connsiteX4" fmla="*/ 0 w 4581525"/>
              <a:gd name="connsiteY4" fmla="*/ 0 h 1936750"/>
              <a:gd name="connsiteX0" fmla="*/ 0 w 4581525"/>
              <a:gd name="connsiteY0" fmla="*/ 0 h 1936750"/>
              <a:gd name="connsiteX1" fmla="*/ 4581525 w 4581525"/>
              <a:gd name="connsiteY1" fmla="*/ 0 h 1936750"/>
              <a:gd name="connsiteX2" fmla="*/ 3543300 w 4581525"/>
              <a:gd name="connsiteY2" fmla="*/ 1936750 h 1936750"/>
              <a:gd name="connsiteX3" fmla="*/ 0 w 4581525"/>
              <a:gd name="connsiteY3" fmla="*/ 1936750 h 1936750"/>
              <a:gd name="connsiteX4" fmla="*/ 0 w 4581525"/>
              <a:gd name="connsiteY4" fmla="*/ 0 h 1936750"/>
              <a:gd name="connsiteX0" fmla="*/ 0 w 5353050"/>
              <a:gd name="connsiteY0" fmla="*/ 0 h 1936750"/>
              <a:gd name="connsiteX1" fmla="*/ 5353050 w 5353050"/>
              <a:gd name="connsiteY1" fmla="*/ 0 h 1936750"/>
              <a:gd name="connsiteX2" fmla="*/ 4314825 w 5353050"/>
              <a:gd name="connsiteY2" fmla="*/ 1936750 h 1936750"/>
              <a:gd name="connsiteX3" fmla="*/ 771525 w 5353050"/>
              <a:gd name="connsiteY3" fmla="*/ 1936750 h 1936750"/>
              <a:gd name="connsiteX4" fmla="*/ 0 w 5353050"/>
              <a:gd name="connsiteY4" fmla="*/ 0 h 1936750"/>
              <a:gd name="connsiteX0" fmla="*/ 0 w 5353050"/>
              <a:gd name="connsiteY0" fmla="*/ 0 h 1936750"/>
              <a:gd name="connsiteX1" fmla="*/ 5353050 w 5353050"/>
              <a:gd name="connsiteY1" fmla="*/ 0 h 1936750"/>
              <a:gd name="connsiteX2" fmla="*/ 4314825 w 5353050"/>
              <a:gd name="connsiteY2" fmla="*/ 1936750 h 1936750"/>
              <a:gd name="connsiteX3" fmla="*/ 0 w 5353050"/>
              <a:gd name="connsiteY3" fmla="*/ 1936750 h 1936750"/>
              <a:gd name="connsiteX4" fmla="*/ 0 w 5353050"/>
              <a:gd name="connsiteY4" fmla="*/ 0 h 1936750"/>
              <a:gd name="connsiteX0" fmla="*/ 0 w 5391150"/>
              <a:gd name="connsiteY0" fmla="*/ 0 h 1936750"/>
              <a:gd name="connsiteX1" fmla="*/ 5391150 w 5391150"/>
              <a:gd name="connsiteY1" fmla="*/ 0 h 1936750"/>
              <a:gd name="connsiteX2" fmla="*/ 4352925 w 5391150"/>
              <a:gd name="connsiteY2" fmla="*/ 1936750 h 1936750"/>
              <a:gd name="connsiteX3" fmla="*/ 38100 w 5391150"/>
              <a:gd name="connsiteY3" fmla="*/ 1936750 h 1936750"/>
              <a:gd name="connsiteX4" fmla="*/ 0 w 5391150"/>
              <a:gd name="connsiteY4" fmla="*/ 0 h 1936750"/>
              <a:gd name="connsiteX0" fmla="*/ 0 w 5391150"/>
              <a:gd name="connsiteY0" fmla="*/ 0 h 1936750"/>
              <a:gd name="connsiteX1" fmla="*/ 5391150 w 5391150"/>
              <a:gd name="connsiteY1" fmla="*/ 0 h 1936750"/>
              <a:gd name="connsiteX2" fmla="*/ 4352925 w 5391150"/>
              <a:gd name="connsiteY2" fmla="*/ 1936750 h 1936750"/>
              <a:gd name="connsiteX3" fmla="*/ 0 w 5391150"/>
              <a:gd name="connsiteY3" fmla="*/ 1936750 h 1936750"/>
              <a:gd name="connsiteX4" fmla="*/ 0 w 5391150"/>
              <a:gd name="connsiteY4" fmla="*/ 0 h 1936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150" h="1936750">
                <a:moveTo>
                  <a:pt x="0" y="0"/>
                </a:moveTo>
                <a:lnTo>
                  <a:pt x="5391150" y="0"/>
                </a:lnTo>
                <a:lnTo>
                  <a:pt x="4352925" y="1936750"/>
                </a:lnTo>
                <a:lnTo>
                  <a:pt x="0" y="1936750"/>
                </a:lnTo>
                <a:lnTo>
                  <a:pt x="0" y="0"/>
                </a:lnTo>
                <a:close/>
              </a:path>
            </a:pathLst>
          </a:custGeom>
        </p:spPr>
        <p:txBody>
          <a:bodyPr anchor="ctr"/>
          <a:lstStyle>
            <a:lvl1pPr algn="ctr">
              <a:defRPr/>
            </a:lvl1pPr>
          </a:lstStyle>
          <a:p>
            <a:endParaRPr lang="en-US" dirty="0"/>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10018894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ap Stats Layout">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13833"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8" name="Text Placeholder 6"/>
          <p:cNvSpPr>
            <a:spLocks noGrp="1"/>
          </p:cNvSpPr>
          <p:nvPr>
            <p:ph type="body" sz="quarter" idx="11"/>
          </p:nvPr>
        </p:nvSpPr>
        <p:spPr>
          <a:xfrm>
            <a:off x="3350684"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9" name="Text Placeholder 6"/>
          <p:cNvSpPr>
            <a:spLocks noGrp="1"/>
          </p:cNvSpPr>
          <p:nvPr>
            <p:ph type="body" sz="quarter" idx="12"/>
          </p:nvPr>
        </p:nvSpPr>
        <p:spPr>
          <a:xfrm>
            <a:off x="6087535"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10" name="Text Placeholder 6"/>
          <p:cNvSpPr>
            <a:spLocks noGrp="1"/>
          </p:cNvSpPr>
          <p:nvPr>
            <p:ph type="body" sz="quarter" idx="13"/>
          </p:nvPr>
        </p:nvSpPr>
        <p:spPr>
          <a:xfrm>
            <a:off x="8824385"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11" name="Text Placeholder 6"/>
          <p:cNvSpPr>
            <a:spLocks noGrp="1"/>
          </p:cNvSpPr>
          <p:nvPr>
            <p:ph type="body" sz="quarter" idx="14"/>
          </p:nvPr>
        </p:nvSpPr>
        <p:spPr>
          <a:xfrm>
            <a:off x="613833"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2" name="Text Placeholder 6"/>
          <p:cNvSpPr>
            <a:spLocks noGrp="1"/>
          </p:cNvSpPr>
          <p:nvPr>
            <p:ph type="body" sz="quarter" idx="15"/>
          </p:nvPr>
        </p:nvSpPr>
        <p:spPr>
          <a:xfrm>
            <a:off x="3350684"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3" name="Text Placeholder 6"/>
          <p:cNvSpPr>
            <a:spLocks noGrp="1"/>
          </p:cNvSpPr>
          <p:nvPr>
            <p:ph type="body" sz="quarter" idx="16"/>
          </p:nvPr>
        </p:nvSpPr>
        <p:spPr>
          <a:xfrm>
            <a:off x="6087535"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4" name="Text Placeholder 6"/>
          <p:cNvSpPr>
            <a:spLocks noGrp="1"/>
          </p:cNvSpPr>
          <p:nvPr>
            <p:ph type="body" sz="quarter" idx="17"/>
          </p:nvPr>
        </p:nvSpPr>
        <p:spPr>
          <a:xfrm>
            <a:off x="8824385"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5"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16"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8" name="Text Placeholder 11"/>
          <p:cNvSpPr>
            <a:spLocks noGrp="1"/>
          </p:cNvSpPr>
          <p:nvPr>
            <p:ph type="body" sz="quarter" idx="18"/>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5170181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Column icon layout">
    <p:spTree>
      <p:nvGrpSpPr>
        <p:cNvPr id="1" name=""/>
        <p:cNvGrpSpPr/>
        <p:nvPr/>
      </p:nvGrpSpPr>
      <p:grpSpPr>
        <a:xfrm>
          <a:off x="0" y="0"/>
          <a:ext cx="0" cy="0"/>
          <a:chOff x="0" y="0"/>
          <a:chExt cx="0" cy="0"/>
        </a:xfrm>
      </p:grpSpPr>
      <p:sp>
        <p:nvSpPr>
          <p:cNvPr id="4"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11" name="Text Placeholder 6"/>
          <p:cNvSpPr>
            <a:spLocks noGrp="1"/>
          </p:cNvSpPr>
          <p:nvPr>
            <p:ph type="body" sz="quarter" idx="14"/>
          </p:nvPr>
        </p:nvSpPr>
        <p:spPr>
          <a:xfrm>
            <a:off x="601132" y="2733675"/>
            <a:ext cx="2749552" cy="3659188"/>
          </a:xfrm>
          <a:prstGeom prst="rect">
            <a:avLst/>
          </a:prstGeom>
        </p:spPr>
        <p:txBody>
          <a:bodyPr l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2" name="Text Placeholder 6"/>
          <p:cNvSpPr>
            <a:spLocks noGrp="1"/>
          </p:cNvSpPr>
          <p:nvPr>
            <p:ph type="body" sz="quarter" idx="15"/>
          </p:nvPr>
        </p:nvSpPr>
        <p:spPr>
          <a:xfrm>
            <a:off x="3350684" y="2733675"/>
            <a:ext cx="2736851" cy="3659188"/>
          </a:xfrm>
          <a:prstGeom prst="rect">
            <a:avLst/>
          </a:prstGeom>
        </p:spPr>
        <p:txBody>
          <a:bodyPr l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3" name="Text Placeholder 6"/>
          <p:cNvSpPr>
            <a:spLocks noGrp="1"/>
          </p:cNvSpPr>
          <p:nvPr>
            <p:ph type="body" sz="quarter" idx="16"/>
          </p:nvPr>
        </p:nvSpPr>
        <p:spPr>
          <a:xfrm>
            <a:off x="6087535" y="2733675"/>
            <a:ext cx="2736851" cy="3659188"/>
          </a:xfrm>
          <a:prstGeom prst="rect">
            <a:avLst/>
          </a:prstGeom>
        </p:spPr>
        <p:txBody>
          <a:bodyPr l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4" name="Text Placeholder 6"/>
          <p:cNvSpPr>
            <a:spLocks noGrp="1"/>
          </p:cNvSpPr>
          <p:nvPr>
            <p:ph type="body" sz="quarter" idx="17"/>
          </p:nvPr>
        </p:nvSpPr>
        <p:spPr>
          <a:xfrm>
            <a:off x="8824385" y="2733675"/>
            <a:ext cx="2736851" cy="3659188"/>
          </a:xfrm>
          <a:prstGeom prst="rect">
            <a:avLst/>
          </a:prstGeom>
        </p:spPr>
        <p:txBody>
          <a:bodyPr l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5" name="Picture Placeholder 16"/>
          <p:cNvSpPr>
            <a:spLocks noGrp="1"/>
          </p:cNvSpPr>
          <p:nvPr>
            <p:ph type="pic" sz="quarter" idx="18" hasCustomPrompt="1"/>
          </p:nvPr>
        </p:nvSpPr>
        <p:spPr>
          <a:xfrm>
            <a:off x="565454" y="1944689"/>
            <a:ext cx="980017" cy="735013"/>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16" name="Picture Placeholder 16"/>
          <p:cNvSpPr>
            <a:spLocks noGrp="1"/>
          </p:cNvSpPr>
          <p:nvPr>
            <p:ph type="pic" sz="quarter" idx="19" hasCustomPrompt="1"/>
          </p:nvPr>
        </p:nvSpPr>
        <p:spPr>
          <a:xfrm>
            <a:off x="8856437" y="1944689"/>
            <a:ext cx="980017" cy="735013"/>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17" name="Picture Placeholder 16"/>
          <p:cNvSpPr>
            <a:spLocks noGrp="1"/>
          </p:cNvSpPr>
          <p:nvPr>
            <p:ph type="pic" sz="quarter" idx="20" hasCustomPrompt="1"/>
          </p:nvPr>
        </p:nvSpPr>
        <p:spPr>
          <a:xfrm>
            <a:off x="6092777" y="1944689"/>
            <a:ext cx="980017" cy="735013"/>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18" name="Picture Placeholder 16"/>
          <p:cNvSpPr>
            <a:spLocks noGrp="1"/>
          </p:cNvSpPr>
          <p:nvPr>
            <p:ph type="pic" sz="quarter" idx="21" hasCustomPrompt="1"/>
          </p:nvPr>
        </p:nvSpPr>
        <p:spPr>
          <a:xfrm>
            <a:off x="3329116" y="1944689"/>
            <a:ext cx="980017" cy="735013"/>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22"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23"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97009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 Column picture layout">
    <p:spTree>
      <p:nvGrpSpPr>
        <p:cNvPr id="1" name=""/>
        <p:cNvGrpSpPr/>
        <p:nvPr/>
      </p:nvGrpSpPr>
      <p:grpSpPr>
        <a:xfrm>
          <a:off x="0" y="0"/>
          <a:ext cx="0" cy="0"/>
          <a:chOff x="0" y="0"/>
          <a:chExt cx="0" cy="0"/>
        </a:xfrm>
      </p:grpSpPr>
      <p:sp>
        <p:nvSpPr>
          <p:cNvPr id="11" name="Text Placeholder 6"/>
          <p:cNvSpPr>
            <a:spLocks noGrp="1"/>
          </p:cNvSpPr>
          <p:nvPr>
            <p:ph type="body" sz="quarter" idx="14"/>
          </p:nvPr>
        </p:nvSpPr>
        <p:spPr>
          <a:xfrm>
            <a:off x="774701" y="3427413"/>
            <a:ext cx="2412999" cy="2965450"/>
          </a:xfrm>
          <a:prstGeom prst="rect">
            <a:avLst/>
          </a:prstGeom>
        </p:spPr>
        <p:txBody>
          <a:bodyPr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5" name="Picture Placeholder 16"/>
          <p:cNvSpPr>
            <a:spLocks noGrp="1"/>
          </p:cNvSpPr>
          <p:nvPr>
            <p:ph type="pic" sz="quarter" idx="18" hasCustomPrompt="1"/>
          </p:nvPr>
        </p:nvSpPr>
        <p:spPr>
          <a:xfrm>
            <a:off x="774701" y="1944689"/>
            <a:ext cx="2412999" cy="1131887"/>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19" name="Rectangle 18"/>
          <p:cNvSpPr/>
          <p:nvPr userDrawn="1"/>
        </p:nvSpPr>
        <p:spPr>
          <a:xfrm>
            <a:off x="774701" y="2686051"/>
            <a:ext cx="2412999"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FFFFFF"/>
              </a:solidFill>
            </a:endParaRPr>
          </a:p>
        </p:txBody>
      </p:sp>
      <p:sp>
        <p:nvSpPr>
          <p:cNvPr id="20" name="Text Placeholder 6"/>
          <p:cNvSpPr>
            <a:spLocks noGrp="1"/>
          </p:cNvSpPr>
          <p:nvPr>
            <p:ph type="body" sz="quarter" idx="19"/>
          </p:nvPr>
        </p:nvSpPr>
        <p:spPr>
          <a:xfrm>
            <a:off x="3505202" y="3427413"/>
            <a:ext cx="2404532" cy="2965450"/>
          </a:xfrm>
          <a:prstGeom prst="rect">
            <a:avLst/>
          </a:prstGeom>
        </p:spPr>
        <p:txBody>
          <a:bodyPr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1" name="Picture Placeholder 16"/>
          <p:cNvSpPr>
            <a:spLocks noGrp="1"/>
          </p:cNvSpPr>
          <p:nvPr>
            <p:ph type="pic" sz="quarter" idx="20" hasCustomPrompt="1"/>
          </p:nvPr>
        </p:nvSpPr>
        <p:spPr>
          <a:xfrm>
            <a:off x="3505202" y="1944689"/>
            <a:ext cx="2412999" cy="1131887"/>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22" name="Rectangle 21"/>
          <p:cNvSpPr/>
          <p:nvPr userDrawn="1"/>
        </p:nvSpPr>
        <p:spPr>
          <a:xfrm>
            <a:off x="3505202" y="2686051"/>
            <a:ext cx="2412999"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FFFFFF"/>
              </a:solidFill>
            </a:endParaRPr>
          </a:p>
        </p:txBody>
      </p:sp>
      <p:sp>
        <p:nvSpPr>
          <p:cNvPr id="23" name="Text Placeholder 6"/>
          <p:cNvSpPr>
            <a:spLocks noGrp="1"/>
          </p:cNvSpPr>
          <p:nvPr>
            <p:ph type="body" sz="quarter" idx="21"/>
          </p:nvPr>
        </p:nvSpPr>
        <p:spPr>
          <a:xfrm>
            <a:off x="6261102" y="3427413"/>
            <a:ext cx="2412999" cy="2965450"/>
          </a:xfrm>
          <a:prstGeom prst="rect">
            <a:avLst/>
          </a:prstGeom>
        </p:spPr>
        <p:txBody>
          <a:bodyPr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4" name="Picture Placeholder 16"/>
          <p:cNvSpPr>
            <a:spLocks noGrp="1"/>
          </p:cNvSpPr>
          <p:nvPr>
            <p:ph type="pic" sz="quarter" idx="22" hasCustomPrompt="1"/>
          </p:nvPr>
        </p:nvSpPr>
        <p:spPr>
          <a:xfrm>
            <a:off x="6261102" y="1944689"/>
            <a:ext cx="2412999" cy="1131887"/>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25" name="Rectangle 24"/>
          <p:cNvSpPr/>
          <p:nvPr userDrawn="1"/>
        </p:nvSpPr>
        <p:spPr>
          <a:xfrm>
            <a:off x="6261102" y="2686051"/>
            <a:ext cx="2412999"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FFFFFF"/>
              </a:solidFill>
            </a:endParaRPr>
          </a:p>
        </p:txBody>
      </p:sp>
      <p:sp>
        <p:nvSpPr>
          <p:cNvPr id="26" name="Text Placeholder 6"/>
          <p:cNvSpPr>
            <a:spLocks noGrp="1"/>
          </p:cNvSpPr>
          <p:nvPr>
            <p:ph type="body" sz="quarter" idx="23"/>
          </p:nvPr>
        </p:nvSpPr>
        <p:spPr>
          <a:xfrm>
            <a:off x="8991602" y="3427413"/>
            <a:ext cx="2412999" cy="2965450"/>
          </a:xfrm>
          <a:prstGeom prst="rect">
            <a:avLst/>
          </a:prstGeom>
        </p:spPr>
        <p:txBody>
          <a:bodyPr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7" name="Picture Placeholder 16"/>
          <p:cNvSpPr>
            <a:spLocks noGrp="1"/>
          </p:cNvSpPr>
          <p:nvPr>
            <p:ph type="pic" sz="quarter" idx="24" hasCustomPrompt="1"/>
          </p:nvPr>
        </p:nvSpPr>
        <p:spPr>
          <a:xfrm>
            <a:off x="8991602" y="1944689"/>
            <a:ext cx="2412999" cy="1131887"/>
          </a:xfrm>
          <a:prstGeom prst="rect">
            <a:avLst/>
          </a:prstGeom>
        </p:spPr>
        <p:txBody>
          <a:bodyPr anchor="ctr"/>
          <a:lstStyle>
            <a:lvl1pPr marL="0" indent="0" algn="ctr">
              <a:buNone/>
              <a:defRPr sz="1600">
                <a:solidFill>
                  <a:schemeClr val="accent6"/>
                </a:solidFill>
              </a:defRPr>
            </a:lvl1pPr>
          </a:lstStyle>
          <a:p>
            <a:r>
              <a:rPr lang="en-US" dirty="0"/>
              <a:t>icon</a:t>
            </a:r>
          </a:p>
        </p:txBody>
      </p:sp>
      <p:sp>
        <p:nvSpPr>
          <p:cNvPr id="28" name="Rectangle 27"/>
          <p:cNvSpPr/>
          <p:nvPr userDrawn="1"/>
        </p:nvSpPr>
        <p:spPr>
          <a:xfrm>
            <a:off x="8991602" y="2686051"/>
            <a:ext cx="2412999"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FFFFFF"/>
              </a:solidFill>
            </a:endParaRPr>
          </a:p>
        </p:txBody>
      </p:sp>
      <p:sp>
        <p:nvSpPr>
          <p:cNvPr id="16"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17"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2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16403443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 Infographic layout">
    <p:spTree>
      <p:nvGrpSpPr>
        <p:cNvPr id="1" name=""/>
        <p:cNvGrpSpPr/>
        <p:nvPr/>
      </p:nvGrpSpPr>
      <p:grpSpPr>
        <a:xfrm>
          <a:off x="0" y="0"/>
          <a:ext cx="0" cy="0"/>
          <a:chOff x="0" y="0"/>
          <a:chExt cx="0" cy="0"/>
        </a:xfrm>
      </p:grpSpPr>
      <p:sp>
        <p:nvSpPr>
          <p:cNvPr id="3"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5" name="Chart Placeholder 4"/>
          <p:cNvSpPr>
            <a:spLocks noGrp="1"/>
          </p:cNvSpPr>
          <p:nvPr>
            <p:ph type="chart" sz="quarter" idx="10"/>
          </p:nvPr>
        </p:nvSpPr>
        <p:spPr>
          <a:xfrm>
            <a:off x="6278033" y="1944689"/>
            <a:ext cx="5283200" cy="3706813"/>
          </a:xfrm>
          <a:prstGeom prst="rect">
            <a:avLst/>
          </a:prstGeom>
        </p:spPr>
        <p:txBody>
          <a:bodyPr anchor="ctr"/>
          <a:lstStyle>
            <a:lvl1pPr algn="ctr">
              <a:buNone/>
              <a:defRPr sz="1800">
                <a:solidFill>
                  <a:schemeClr val="bg2"/>
                </a:solidFill>
              </a:defRPr>
            </a:lvl1pPr>
          </a:lstStyle>
          <a:p>
            <a:endParaRPr lang="en-US" dirty="0"/>
          </a:p>
        </p:txBody>
      </p:sp>
      <p:sp>
        <p:nvSpPr>
          <p:cNvPr id="6" name="Text Placeholder 9"/>
          <p:cNvSpPr>
            <a:spLocks noGrp="1"/>
          </p:cNvSpPr>
          <p:nvPr>
            <p:ph type="body" sz="quarter" idx="11"/>
          </p:nvPr>
        </p:nvSpPr>
        <p:spPr>
          <a:xfrm>
            <a:off x="601133" y="1944688"/>
            <a:ext cx="5308601" cy="4448175"/>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Text Placeholder 7"/>
          <p:cNvSpPr>
            <a:spLocks noGrp="1"/>
          </p:cNvSpPr>
          <p:nvPr>
            <p:ph type="body" sz="quarter" idx="12"/>
          </p:nvPr>
        </p:nvSpPr>
        <p:spPr>
          <a:xfrm>
            <a:off x="6278033" y="1944688"/>
            <a:ext cx="5283200" cy="419100"/>
          </a:xfrm>
          <a:prstGeom prst="rect">
            <a:avLst/>
          </a:prstGeom>
        </p:spPr>
        <p:txBody>
          <a:bodyPr/>
          <a:lstStyle>
            <a:lvl1pPr>
              <a:buNone/>
              <a:defRPr sz="1600">
                <a:solidFill>
                  <a:schemeClr val="tx1"/>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endParaRPr lang="en-US"/>
          </a:p>
        </p:txBody>
      </p:sp>
      <p:sp>
        <p:nvSpPr>
          <p:cNvPr id="9"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1" name="Text Placeholder 11"/>
          <p:cNvSpPr>
            <a:spLocks noGrp="1"/>
          </p:cNvSpPr>
          <p:nvPr>
            <p:ph type="body" sz="quarter" idx="13"/>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8185273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Infographic layout">
    <p:spTree>
      <p:nvGrpSpPr>
        <p:cNvPr id="1" name=""/>
        <p:cNvGrpSpPr/>
        <p:nvPr/>
      </p:nvGrpSpPr>
      <p:grpSpPr>
        <a:xfrm>
          <a:off x="0" y="0"/>
          <a:ext cx="0" cy="0"/>
          <a:chOff x="0" y="0"/>
          <a:chExt cx="0" cy="0"/>
        </a:xfrm>
      </p:grpSpPr>
      <p:sp>
        <p:nvSpPr>
          <p:cNvPr id="3"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5" name="Chart Placeholder 4"/>
          <p:cNvSpPr>
            <a:spLocks noGrp="1"/>
          </p:cNvSpPr>
          <p:nvPr>
            <p:ph type="chart" sz="quarter" idx="10"/>
          </p:nvPr>
        </p:nvSpPr>
        <p:spPr>
          <a:xfrm>
            <a:off x="6256865" y="3954463"/>
            <a:ext cx="5329768" cy="2438400"/>
          </a:xfrm>
          <a:prstGeom prst="rect">
            <a:avLst/>
          </a:prstGeom>
        </p:spPr>
        <p:txBody>
          <a:bodyPr anchor="ctr"/>
          <a:lstStyle>
            <a:lvl1pPr algn="ctr">
              <a:buNone/>
              <a:defRPr sz="1800">
                <a:solidFill>
                  <a:schemeClr val="bg2"/>
                </a:solidFill>
              </a:defRPr>
            </a:lvl1pPr>
          </a:lstStyle>
          <a:p>
            <a:endParaRPr lang="en-US" dirty="0"/>
          </a:p>
        </p:txBody>
      </p:sp>
      <p:sp>
        <p:nvSpPr>
          <p:cNvPr id="6" name="Text Placeholder 9"/>
          <p:cNvSpPr>
            <a:spLocks noGrp="1"/>
          </p:cNvSpPr>
          <p:nvPr>
            <p:ph type="body" sz="quarter" idx="11"/>
          </p:nvPr>
        </p:nvSpPr>
        <p:spPr>
          <a:xfrm>
            <a:off x="601133" y="1944688"/>
            <a:ext cx="5308600" cy="1482726"/>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Text Placeholder 7"/>
          <p:cNvSpPr>
            <a:spLocks noGrp="1"/>
          </p:cNvSpPr>
          <p:nvPr>
            <p:ph type="body" sz="quarter" idx="12"/>
          </p:nvPr>
        </p:nvSpPr>
        <p:spPr>
          <a:xfrm>
            <a:off x="6256867" y="3570288"/>
            <a:ext cx="5329767" cy="384175"/>
          </a:xfrm>
          <a:prstGeom prst="rect">
            <a:avLst/>
          </a:prstGeom>
        </p:spPr>
        <p:txBody>
          <a:bodyPr/>
          <a:lstStyle>
            <a:lvl1pPr>
              <a:buNone/>
              <a:defRPr sz="1600">
                <a:solidFill>
                  <a:schemeClr val="tx1"/>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endParaRPr lang="en-US"/>
          </a:p>
        </p:txBody>
      </p:sp>
      <p:sp>
        <p:nvSpPr>
          <p:cNvPr id="9" name="Chart Placeholder 4"/>
          <p:cNvSpPr>
            <a:spLocks noGrp="1"/>
          </p:cNvSpPr>
          <p:nvPr>
            <p:ph type="chart" sz="quarter" idx="14"/>
          </p:nvPr>
        </p:nvSpPr>
        <p:spPr>
          <a:xfrm>
            <a:off x="601133" y="3954463"/>
            <a:ext cx="5308601" cy="2438400"/>
          </a:xfrm>
          <a:prstGeom prst="rect">
            <a:avLst/>
          </a:prstGeom>
        </p:spPr>
        <p:txBody>
          <a:bodyPr anchor="ctr"/>
          <a:lstStyle>
            <a:lvl1pPr algn="ctr">
              <a:buNone/>
              <a:defRPr sz="1800">
                <a:solidFill>
                  <a:schemeClr val="bg2"/>
                </a:solidFill>
              </a:defRPr>
            </a:lvl1pPr>
          </a:lstStyle>
          <a:p>
            <a:endParaRPr lang="en-US" dirty="0"/>
          </a:p>
        </p:txBody>
      </p:sp>
      <p:sp>
        <p:nvSpPr>
          <p:cNvPr id="11" name="Text Placeholder 7"/>
          <p:cNvSpPr>
            <a:spLocks noGrp="1"/>
          </p:cNvSpPr>
          <p:nvPr>
            <p:ph type="body" sz="quarter" idx="15"/>
          </p:nvPr>
        </p:nvSpPr>
        <p:spPr>
          <a:xfrm>
            <a:off x="601132" y="3570288"/>
            <a:ext cx="5308603" cy="384175"/>
          </a:xfrm>
          <a:prstGeom prst="rect">
            <a:avLst/>
          </a:prstGeom>
        </p:spPr>
        <p:txBody>
          <a:bodyPr/>
          <a:lstStyle>
            <a:lvl1pPr>
              <a:buNone/>
              <a:defRPr sz="1600">
                <a:solidFill>
                  <a:schemeClr val="tx1"/>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endParaRPr lang="en-US"/>
          </a:p>
        </p:txBody>
      </p:sp>
      <p:sp>
        <p:nvSpPr>
          <p:cNvPr id="12" name="Text Placeholder 9"/>
          <p:cNvSpPr>
            <a:spLocks noGrp="1"/>
          </p:cNvSpPr>
          <p:nvPr>
            <p:ph type="body" sz="quarter" idx="16"/>
          </p:nvPr>
        </p:nvSpPr>
        <p:spPr>
          <a:xfrm>
            <a:off x="6256867" y="1944688"/>
            <a:ext cx="5329767" cy="1482726"/>
          </a:xfrm>
          <a:prstGeom prst="rect">
            <a:avLst/>
          </a:prstGeom>
        </p:spPr>
        <p:txBody>
          <a:bodyPr lIns="0" tIns="0" rIns="0" bIns="0"/>
          <a:lstStyle>
            <a:lvl1pPr marL="228600" indent="-228600">
              <a:buNone/>
              <a:defRPr sz="1600">
                <a:solidFill>
                  <a:schemeClr val="tx1"/>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7"/>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5855391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4 Column icon layout">
    <p:spTree>
      <p:nvGrpSpPr>
        <p:cNvPr id="1" name=""/>
        <p:cNvGrpSpPr/>
        <p:nvPr/>
      </p:nvGrpSpPr>
      <p:grpSpPr>
        <a:xfrm>
          <a:off x="0" y="0"/>
          <a:ext cx="0" cy="0"/>
          <a:chOff x="0" y="0"/>
          <a:chExt cx="0" cy="0"/>
        </a:xfrm>
      </p:grpSpPr>
      <p:sp>
        <p:nvSpPr>
          <p:cNvPr id="4"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15" name="Picture Placeholder 16"/>
          <p:cNvSpPr>
            <a:spLocks noGrp="1"/>
          </p:cNvSpPr>
          <p:nvPr>
            <p:ph type="pic" sz="quarter" idx="18" hasCustomPrompt="1"/>
          </p:nvPr>
        </p:nvSpPr>
        <p:spPr>
          <a:xfrm>
            <a:off x="774700" y="1495426"/>
            <a:ext cx="1168400" cy="1069977"/>
          </a:xfrm>
          <a:prstGeom prst="rect">
            <a:avLst/>
          </a:prstGeom>
        </p:spPr>
        <p:txBody>
          <a:bodyPr anchor="ctr"/>
          <a:lstStyle>
            <a:lvl1pPr marL="0" indent="0" algn="ctr">
              <a:buNone/>
              <a:defRPr sz="1400">
                <a:solidFill>
                  <a:schemeClr val="accent6"/>
                </a:solidFill>
              </a:defRPr>
            </a:lvl1pPr>
          </a:lstStyle>
          <a:p>
            <a:r>
              <a:rPr lang="en-US" dirty="0"/>
              <a:t>icon</a:t>
            </a:r>
          </a:p>
        </p:txBody>
      </p:sp>
      <p:sp>
        <p:nvSpPr>
          <p:cNvPr id="16" name="Picture Placeholder 16"/>
          <p:cNvSpPr>
            <a:spLocks noGrp="1"/>
          </p:cNvSpPr>
          <p:nvPr>
            <p:ph type="pic" sz="quarter" idx="19" hasCustomPrompt="1"/>
          </p:nvPr>
        </p:nvSpPr>
        <p:spPr>
          <a:xfrm>
            <a:off x="9024761" y="1495426"/>
            <a:ext cx="1168400" cy="1069977"/>
          </a:xfrm>
          <a:prstGeom prst="rect">
            <a:avLst/>
          </a:prstGeom>
        </p:spPr>
        <p:txBody>
          <a:bodyPr anchor="ctr"/>
          <a:lstStyle>
            <a:lvl1pPr marL="0" indent="0" algn="ctr">
              <a:buNone/>
              <a:defRPr sz="1400">
                <a:solidFill>
                  <a:schemeClr val="accent6"/>
                </a:solidFill>
              </a:defRPr>
            </a:lvl1pPr>
          </a:lstStyle>
          <a:p>
            <a:r>
              <a:rPr lang="en-US" dirty="0"/>
              <a:t>icon</a:t>
            </a:r>
          </a:p>
        </p:txBody>
      </p:sp>
      <p:sp>
        <p:nvSpPr>
          <p:cNvPr id="17" name="Picture Placeholder 16"/>
          <p:cNvSpPr>
            <a:spLocks noGrp="1"/>
          </p:cNvSpPr>
          <p:nvPr>
            <p:ph type="pic" sz="quarter" idx="20" hasCustomPrompt="1"/>
          </p:nvPr>
        </p:nvSpPr>
        <p:spPr>
          <a:xfrm>
            <a:off x="6261101" y="1495426"/>
            <a:ext cx="1168400" cy="1069977"/>
          </a:xfrm>
          <a:prstGeom prst="rect">
            <a:avLst/>
          </a:prstGeom>
        </p:spPr>
        <p:txBody>
          <a:bodyPr anchor="ctr"/>
          <a:lstStyle>
            <a:lvl1pPr marL="0" indent="0" algn="ctr">
              <a:buNone/>
              <a:defRPr sz="1400">
                <a:solidFill>
                  <a:schemeClr val="accent6"/>
                </a:solidFill>
              </a:defRPr>
            </a:lvl1pPr>
          </a:lstStyle>
          <a:p>
            <a:r>
              <a:rPr lang="en-US" dirty="0"/>
              <a:t>icon</a:t>
            </a:r>
          </a:p>
        </p:txBody>
      </p:sp>
      <p:sp>
        <p:nvSpPr>
          <p:cNvPr id="18" name="Picture Placeholder 16"/>
          <p:cNvSpPr>
            <a:spLocks noGrp="1"/>
          </p:cNvSpPr>
          <p:nvPr>
            <p:ph type="pic" sz="quarter" idx="21" hasCustomPrompt="1"/>
          </p:nvPr>
        </p:nvSpPr>
        <p:spPr>
          <a:xfrm>
            <a:off x="3497440" y="1495426"/>
            <a:ext cx="1168400" cy="1069977"/>
          </a:xfrm>
          <a:prstGeom prst="rect">
            <a:avLst/>
          </a:prstGeom>
        </p:spPr>
        <p:txBody>
          <a:bodyPr anchor="ctr"/>
          <a:lstStyle>
            <a:lvl1pPr marL="0" indent="0" algn="ctr">
              <a:buNone/>
              <a:defRPr sz="1400">
                <a:solidFill>
                  <a:schemeClr val="accent6"/>
                </a:solidFill>
              </a:defRPr>
            </a:lvl1pPr>
          </a:lstStyle>
          <a:p>
            <a:r>
              <a:rPr lang="en-US" dirty="0"/>
              <a:t>icon</a:t>
            </a:r>
          </a:p>
        </p:txBody>
      </p:sp>
      <p:sp>
        <p:nvSpPr>
          <p:cNvPr id="19" name="Text Placeholder 6"/>
          <p:cNvSpPr>
            <a:spLocks noGrp="1"/>
          </p:cNvSpPr>
          <p:nvPr>
            <p:ph type="body" sz="quarter" idx="14"/>
          </p:nvPr>
        </p:nvSpPr>
        <p:spPr>
          <a:xfrm>
            <a:off x="774701" y="2679703"/>
            <a:ext cx="2412999" cy="3713161"/>
          </a:xfrm>
          <a:prstGeom prst="rect">
            <a:avLst/>
          </a:prstGeom>
        </p:spPr>
        <p:txBody>
          <a:bodyPr lIns="0" tIns="0" rIns="0" b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1" name="Text Placeholder 6"/>
          <p:cNvSpPr>
            <a:spLocks noGrp="1"/>
          </p:cNvSpPr>
          <p:nvPr>
            <p:ph type="body" sz="quarter" idx="22"/>
          </p:nvPr>
        </p:nvSpPr>
        <p:spPr>
          <a:xfrm>
            <a:off x="3505202" y="2679703"/>
            <a:ext cx="2404532" cy="3713161"/>
          </a:xfrm>
          <a:prstGeom prst="rect">
            <a:avLst/>
          </a:prstGeom>
        </p:spPr>
        <p:txBody>
          <a:bodyPr lIns="0" tIns="0" rIns="0" b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2" name="Text Placeholder 6"/>
          <p:cNvSpPr>
            <a:spLocks noGrp="1"/>
          </p:cNvSpPr>
          <p:nvPr>
            <p:ph type="body" sz="quarter" idx="23"/>
          </p:nvPr>
        </p:nvSpPr>
        <p:spPr>
          <a:xfrm>
            <a:off x="6261102" y="2679703"/>
            <a:ext cx="2412999" cy="3713161"/>
          </a:xfrm>
          <a:prstGeom prst="rect">
            <a:avLst/>
          </a:prstGeom>
        </p:spPr>
        <p:txBody>
          <a:bodyPr lIns="0" tIns="0" rIns="0" b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3" name="Text Placeholder 6"/>
          <p:cNvSpPr>
            <a:spLocks noGrp="1"/>
          </p:cNvSpPr>
          <p:nvPr>
            <p:ph type="body" sz="quarter" idx="24"/>
          </p:nvPr>
        </p:nvSpPr>
        <p:spPr>
          <a:xfrm>
            <a:off x="8991602" y="2679703"/>
            <a:ext cx="2412999" cy="3713161"/>
          </a:xfrm>
          <a:prstGeom prst="rect">
            <a:avLst/>
          </a:prstGeom>
        </p:spPr>
        <p:txBody>
          <a:bodyPr lIns="0" tIns="0" rIns="0" bIns="0" anchor="t"/>
          <a:lstStyle>
            <a:lvl1pPr algn="l">
              <a:buNone/>
              <a:defRPr sz="1200" b="0">
                <a:solidFill>
                  <a:schemeClr val="tx1"/>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11298111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V_1 per page">
    <p:spTree>
      <p:nvGrpSpPr>
        <p:cNvPr id="1" name=""/>
        <p:cNvGrpSpPr/>
        <p:nvPr/>
      </p:nvGrpSpPr>
      <p:grpSpPr>
        <a:xfrm>
          <a:off x="0" y="0"/>
          <a:ext cx="0" cy="0"/>
          <a:chOff x="0" y="0"/>
          <a:chExt cx="0" cy="0"/>
        </a:xfrm>
      </p:grpSpPr>
      <p:sp>
        <p:nvSpPr>
          <p:cNvPr id="3" name="Text Placeholder 2"/>
          <p:cNvSpPr>
            <a:spLocks noGrp="1"/>
          </p:cNvSpPr>
          <p:nvPr>
            <p:ph type="body" sz="quarter" idx="25" hasCustomPrompt="1"/>
          </p:nvPr>
        </p:nvSpPr>
        <p:spPr>
          <a:xfrm>
            <a:off x="719667" y="3584454"/>
            <a:ext cx="5223933" cy="759182"/>
          </a:xfrm>
          <a:prstGeom prst="rect">
            <a:avLst/>
          </a:prstGeom>
        </p:spPr>
        <p:txBody>
          <a:bodyPr/>
          <a:lstStyle>
            <a:lvl1pPr marL="0" indent="0">
              <a:buNone/>
              <a:defRPr sz="1200" baseline="0"/>
            </a:lvl1pPr>
            <a:lvl2pPr marL="457200" indent="0">
              <a:spcAft>
                <a:spcPts val="600"/>
              </a:spcAft>
              <a:buNone/>
              <a:defRPr sz="1200"/>
            </a:lvl2pPr>
            <a:lvl3pPr marL="171450" indent="-171450">
              <a:spcAft>
                <a:spcPts val="600"/>
              </a:spcAft>
              <a:buFont typeface="Arial" panose="020B0604020202020204" pitchFamily="34" charset="0"/>
              <a:buChar char="•"/>
              <a:tabLst/>
              <a:defRPr sz="1200"/>
            </a:lvl3pPr>
            <a:lvl4pPr>
              <a:defRPr sz="1200"/>
            </a:lvl4pPr>
            <a:lvl5pPr>
              <a:defRPr sz="1200"/>
            </a:lvl5pPr>
          </a:lstStyle>
          <a:p>
            <a:pPr lvl="0"/>
            <a:r>
              <a:rPr lang="en-US"/>
              <a:t>Heading text </a:t>
            </a:r>
          </a:p>
          <a:p>
            <a:pPr lvl="0"/>
            <a:r>
              <a:rPr lang="en-US"/>
              <a:t>Body text</a:t>
            </a:r>
          </a:p>
          <a:p>
            <a:pPr lvl="2"/>
            <a:r>
              <a:rPr lang="en-US"/>
              <a:t>Bullet 1</a:t>
            </a:r>
            <a:endParaRPr lang="en-NZ"/>
          </a:p>
        </p:txBody>
      </p:sp>
      <p:sp>
        <p:nvSpPr>
          <p:cNvPr id="12" name="Text Placeholder 2"/>
          <p:cNvSpPr>
            <a:spLocks noGrp="1"/>
          </p:cNvSpPr>
          <p:nvPr>
            <p:ph type="body" sz="quarter" idx="35" hasCustomPrompt="1"/>
          </p:nvPr>
        </p:nvSpPr>
        <p:spPr>
          <a:xfrm>
            <a:off x="6244167" y="3584454"/>
            <a:ext cx="5223933" cy="759182"/>
          </a:xfrm>
          <a:prstGeom prst="rect">
            <a:avLst/>
          </a:prstGeom>
        </p:spPr>
        <p:txBody>
          <a:bodyPr/>
          <a:lstStyle>
            <a:lvl1pPr marL="0" indent="0">
              <a:buNone/>
              <a:defRPr sz="1200" baseline="0"/>
            </a:lvl1pPr>
            <a:lvl2pPr marL="457200" indent="0">
              <a:spcAft>
                <a:spcPts val="600"/>
              </a:spcAft>
              <a:buNone/>
              <a:defRPr sz="1200"/>
            </a:lvl2pPr>
            <a:lvl3pPr marL="177800" indent="-177800">
              <a:spcAft>
                <a:spcPts val="600"/>
              </a:spcAft>
              <a:tabLst/>
              <a:defRPr sz="1200"/>
            </a:lvl3pPr>
            <a:lvl4pPr>
              <a:defRPr sz="1200"/>
            </a:lvl4pPr>
            <a:lvl5pPr>
              <a:defRPr sz="1200"/>
            </a:lvl5pPr>
          </a:lstStyle>
          <a:p>
            <a:pPr lvl="0"/>
            <a:r>
              <a:rPr lang="en-US"/>
              <a:t>Heading text </a:t>
            </a:r>
          </a:p>
          <a:p>
            <a:pPr lvl="0"/>
            <a:r>
              <a:rPr lang="en-US"/>
              <a:t>Body text</a:t>
            </a:r>
          </a:p>
          <a:p>
            <a:pPr lvl="2"/>
            <a:r>
              <a:rPr lang="en-US"/>
              <a:t>Bullet 1</a:t>
            </a:r>
            <a:endParaRPr lang="en-NZ"/>
          </a:p>
        </p:txBody>
      </p:sp>
      <p:sp>
        <p:nvSpPr>
          <p:cNvPr id="13" name="Text Placeholder 2"/>
          <p:cNvSpPr>
            <a:spLocks noGrp="1"/>
          </p:cNvSpPr>
          <p:nvPr>
            <p:ph type="body" sz="quarter" idx="34" hasCustomPrompt="1"/>
          </p:nvPr>
        </p:nvSpPr>
        <p:spPr>
          <a:xfrm>
            <a:off x="2523066" y="2630652"/>
            <a:ext cx="3429001" cy="935641"/>
          </a:xfrm>
          <a:prstGeom prst="rect">
            <a:avLst/>
          </a:prstGeom>
        </p:spPr>
        <p:txBody>
          <a:bodyPr>
            <a:spAutoFit/>
          </a:bodyPr>
          <a:lstStyle>
            <a:lvl1pPr marL="0" indent="0">
              <a:spcAft>
                <a:spcPts val="0"/>
              </a:spcAft>
              <a:buNone/>
              <a:defRPr sz="1400" b="0" baseline="0">
                <a:solidFill>
                  <a:schemeClr val="bg2"/>
                </a:solidFill>
              </a:defRPr>
            </a:lvl1pPr>
            <a:lvl2pPr marL="457200" indent="0">
              <a:buNone/>
              <a:defRPr sz="1400">
                <a:solidFill>
                  <a:schemeClr val="bg2"/>
                </a:solidFill>
              </a:defRPr>
            </a:lvl2pPr>
            <a:lvl3pPr marL="0" indent="0">
              <a:spcAft>
                <a:spcPts val="0"/>
              </a:spcAft>
              <a:buFont typeface="Arial" panose="020B0604020202020204" pitchFamily="34" charset="0"/>
              <a:buNone/>
              <a:tabLst/>
              <a:defRPr sz="1000" baseline="0">
                <a:solidFill>
                  <a:schemeClr val="bg2"/>
                </a:solidFill>
              </a:defRPr>
            </a:lvl3pPr>
            <a:lvl4pPr>
              <a:defRPr sz="1100"/>
            </a:lvl4pPr>
            <a:lvl5pPr>
              <a:defRPr sz="1200"/>
            </a:lvl5pPr>
          </a:lstStyle>
          <a:p>
            <a:pPr lvl="0"/>
            <a:r>
              <a:rPr lang="en-US"/>
              <a:t>Name Surname</a:t>
            </a:r>
          </a:p>
          <a:p>
            <a:pPr lvl="0"/>
            <a:r>
              <a:rPr lang="en-US"/>
              <a:t>Title</a:t>
            </a:r>
          </a:p>
          <a:p>
            <a:pPr lvl="2"/>
            <a:r>
              <a:rPr lang="en-US"/>
              <a:t>Contact details</a:t>
            </a:r>
          </a:p>
          <a:p>
            <a:pPr lvl="2"/>
            <a:r>
              <a:rPr lang="en-US"/>
              <a:t>Email address</a:t>
            </a:r>
          </a:p>
        </p:txBody>
      </p:sp>
      <p:sp>
        <p:nvSpPr>
          <p:cNvPr id="14" name="Picture Placeholder 16"/>
          <p:cNvSpPr>
            <a:spLocks noGrp="1"/>
          </p:cNvSpPr>
          <p:nvPr>
            <p:ph type="pic" sz="quarter" idx="18" hasCustomPrompt="1"/>
          </p:nvPr>
        </p:nvSpPr>
        <p:spPr>
          <a:xfrm>
            <a:off x="719665" y="1942849"/>
            <a:ext cx="1655235" cy="1515802"/>
          </a:xfrm>
          <a:prstGeom prst="rect">
            <a:avLst/>
          </a:prstGeom>
          <a:noFill/>
        </p:spPr>
        <p:txBody>
          <a:bodyPr anchor="ctr">
            <a:noAutofit/>
          </a:bodyPr>
          <a:lstStyle>
            <a:lvl1pPr marL="0" indent="0" algn="ctr">
              <a:buNone/>
              <a:defRPr sz="1400">
                <a:solidFill>
                  <a:schemeClr val="accent6"/>
                </a:solidFill>
              </a:defRPr>
            </a:lvl1pPr>
          </a:lstStyle>
          <a:p>
            <a:r>
              <a:rPr lang="en-NZ" dirty="0"/>
              <a:t>Click and open Windows Explorer</a:t>
            </a:r>
          </a:p>
        </p:txBody>
      </p:sp>
      <p:sp>
        <p:nvSpPr>
          <p:cNvPr id="9"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1" name="Text Placeholder 11"/>
          <p:cNvSpPr>
            <a:spLocks noGrp="1"/>
          </p:cNvSpPr>
          <p:nvPr>
            <p:ph type="body" sz="quarter" idx="15"/>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42406906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V_4 per page">
    <p:spTree>
      <p:nvGrpSpPr>
        <p:cNvPr id="1" name=""/>
        <p:cNvGrpSpPr/>
        <p:nvPr/>
      </p:nvGrpSpPr>
      <p:grpSpPr>
        <a:xfrm>
          <a:off x="0" y="0"/>
          <a:ext cx="0" cy="0"/>
          <a:chOff x="0" y="0"/>
          <a:chExt cx="0" cy="0"/>
        </a:xfrm>
      </p:grpSpPr>
      <p:sp>
        <p:nvSpPr>
          <p:cNvPr id="15" name="Picture Placeholder 16"/>
          <p:cNvSpPr>
            <a:spLocks noGrp="1"/>
          </p:cNvSpPr>
          <p:nvPr>
            <p:ph type="pic" sz="quarter" idx="18" hasCustomPrompt="1"/>
          </p:nvPr>
        </p:nvSpPr>
        <p:spPr>
          <a:xfrm>
            <a:off x="719665" y="1941466"/>
            <a:ext cx="1168400" cy="1069977"/>
          </a:xfrm>
          <a:prstGeom prst="rect">
            <a:avLst/>
          </a:prstGeom>
          <a:noFill/>
        </p:spPr>
        <p:txBody>
          <a:bodyPr anchor="ctr">
            <a:noAutofit/>
          </a:bodyPr>
          <a:lstStyle>
            <a:lvl1pPr marL="0" indent="0" algn="ctr">
              <a:buNone/>
              <a:defRPr sz="1200">
                <a:solidFill>
                  <a:schemeClr val="accent6"/>
                </a:solidFill>
              </a:defRPr>
            </a:lvl1pPr>
          </a:lstStyle>
          <a:p>
            <a:r>
              <a:rPr lang="en-NZ" dirty="0"/>
              <a:t>Click and open Windows Explorer</a:t>
            </a:r>
          </a:p>
        </p:txBody>
      </p:sp>
      <p:sp>
        <p:nvSpPr>
          <p:cNvPr id="16" name="Picture Placeholder 16"/>
          <p:cNvSpPr>
            <a:spLocks noGrp="1"/>
          </p:cNvSpPr>
          <p:nvPr>
            <p:ph type="pic" sz="quarter" idx="19" hasCustomPrompt="1"/>
          </p:nvPr>
        </p:nvSpPr>
        <p:spPr>
          <a:xfrm>
            <a:off x="9006468" y="1941466"/>
            <a:ext cx="1168400" cy="1069977"/>
          </a:xfrm>
          <a:prstGeom prst="rect">
            <a:avLst/>
          </a:prstGeom>
          <a:noFill/>
        </p:spPr>
        <p:txBody>
          <a:bodyPr anchor="ctr">
            <a:noAutofit/>
          </a:bodyPr>
          <a:lstStyle>
            <a:lvl1pPr marL="0" indent="0" algn="ctr">
              <a:buNone/>
              <a:defRPr sz="1200">
                <a:solidFill>
                  <a:schemeClr val="accent6"/>
                </a:solidFill>
              </a:defRPr>
            </a:lvl1pPr>
          </a:lstStyle>
          <a:p>
            <a:r>
              <a:rPr lang="en-NZ" dirty="0"/>
              <a:t>Click and open Windows Explorer</a:t>
            </a:r>
          </a:p>
        </p:txBody>
      </p:sp>
      <p:sp>
        <p:nvSpPr>
          <p:cNvPr id="17" name="Picture Placeholder 16"/>
          <p:cNvSpPr>
            <a:spLocks noGrp="1"/>
          </p:cNvSpPr>
          <p:nvPr>
            <p:ph type="pic" sz="quarter" idx="20" hasCustomPrompt="1"/>
          </p:nvPr>
        </p:nvSpPr>
        <p:spPr>
          <a:xfrm>
            <a:off x="6244201" y="1941466"/>
            <a:ext cx="1168400" cy="1069977"/>
          </a:xfrm>
          <a:prstGeom prst="rect">
            <a:avLst/>
          </a:prstGeom>
          <a:noFill/>
        </p:spPr>
        <p:txBody>
          <a:bodyPr anchor="ctr">
            <a:noAutofit/>
          </a:bodyPr>
          <a:lstStyle>
            <a:lvl1pPr marL="0" indent="0" algn="ctr">
              <a:buNone/>
              <a:defRPr sz="1200">
                <a:solidFill>
                  <a:schemeClr val="accent6"/>
                </a:solidFill>
              </a:defRPr>
            </a:lvl1pPr>
          </a:lstStyle>
          <a:p>
            <a:r>
              <a:rPr lang="en-NZ" dirty="0"/>
              <a:t>Click and open Windows Explorer</a:t>
            </a:r>
          </a:p>
        </p:txBody>
      </p:sp>
      <p:sp>
        <p:nvSpPr>
          <p:cNvPr id="18" name="Picture Placeholder 16"/>
          <p:cNvSpPr>
            <a:spLocks noGrp="1"/>
          </p:cNvSpPr>
          <p:nvPr>
            <p:ph type="pic" sz="quarter" idx="21" hasCustomPrompt="1"/>
          </p:nvPr>
        </p:nvSpPr>
        <p:spPr>
          <a:xfrm>
            <a:off x="3481933" y="1941466"/>
            <a:ext cx="1168400" cy="1069977"/>
          </a:xfrm>
          <a:prstGeom prst="rect">
            <a:avLst/>
          </a:prstGeom>
          <a:noFill/>
        </p:spPr>
        <p:txBody>
          <a:bodyPr anchor="ctr">
            <a:noAutofit/>
          </a:bodyPr>
          <a:lstStyle>
            <a:lvl1pPr marL="0" indent="0" algn="ctr">
              <a:buNone/>
              <a:defRPr sz="1200">
                <a:solidFill>
                  <a:schemeClr val="accent6"/>
                </a:solidFill>
              </a:defRPr>
            </a:lvl1pPr>
          </a:lstStyle>
          <a:p>
            <a:r>
              <a:rPr lang="en-NZ" dirty="0"/>
              <a:t>Click and open Windows Explorer</a:t>
            </a:r>
          </a:p>
        </p:txBody>
      </p:sp>
      <p:sp>
        <p:nvSpPr>
          <p:cNvPr id="32" name="Text Placeholder 2"/>
          <p:cNvSpPr>
            <a:spLocks noGrp="1"/>
          </p:cNvSpPr>
          <p:nvPr>
            <p:ph type="body" sz="quarter" idx="29" hasCustomPrompt="1"/>
          </p:nvPr>
        </p:nvSpPr>
        <p:spPr>
          <a:xfrm>
            <a:off x="719667" y="6085087"/>
            <a:ext cx="2457451" cy="307777"/>
          </a:xfrm>
          <a:prstGeom prst="rect">
            <a:avLst/>
          </a:prstGeom>
        </p:spPr>
        <p:txBody>
          <a:bodyPr anchor="b" anchorCtr="0"/>
          <a:lstStyle>
            <a:lvl1pPr marL="0" indent="0">
              <a:spcAft>
                <a:spcPts val="0"/>
              </a:spcAft>
              <a:buNone/>
              <a:defRPr sz="1000" baseline="0">
                <a:solidFill>
                  <a:schemeClr val="accent1"/>
                </a:solidFill>
              </a:defRPr>
            </a:lvl1pPr>
            <a:lvl2pPr>
              <a:defRPr sz="1200"/>
            </a:lvl2pPr>
            <a:lvl3pPr marL="177800" indent="-177800">
              <a:tabLst/>
              <a:defRPr sz="1200"/>
            </a:lvl3pPr>
            <a:lvl4pPr>
              <a:defRPr sz="1200"/>
            </a:lvl4pPr>
            <a:lvl5pPr>
              <a:defRPr sz="1200"/>
            </a:lvl5pPr>
          </a:lstStyle>
          <a:p>
            <a:pPr lvl="0"/>
            <a:r>
              <a:rPr lang="en-US"/>
              <a:t>Telephone number</a:t>
            </a:r>
          </a:p>
          <a:p>
            <a:pPr lvl="0"/>
            <a:r>
              <a:rPr lang="en-US"/>
              <a:t>Email address</a:t>
            </a:r>
          </a:p>
        </p:txBody>
      </p:sp>
      <p:sp>
        <p:nvSpPr>
          <p:cNvPr id="33" name="Text Placeholder 2"/>
          <p:cNvSpPr>
            <a:spLocks noGrp="1"/>
          </p:cNvSpPr>
          <p:nvPr>
            <p:ph type="body" sz="quarter" idx="30" hasCustomPrompt="1"/>
          </p:nvPr>
        </p:nvSpPr>
        <p:spPr>
          <a:xfrm>
            <a:off x="9014883" y="6085087"/>
            <a:ext cx="2457451" cy="307777"/>
          </a:xfrm>
          <a:prstGeom prst="rect">
            <a:avLst/>
          </a:prstGeom>
        </p:spPr>
        <p:txBody>
          <a:bodyPr anchor="b" anchorCtr="0"/>
          <a:lstStyle>
            <a:lvl1pPr marL="0" indent="0">
              <a:spcAft>
                <a:spcPts val="0"/>
              </a:spcAft>
              <a:buNone/>
              <a:defRPr sz="1000" baseline="0">
                <a:solidFill>
                  <a:schemeClr val="accent1"/>
                </a:solidFill>
              </a:defRPr>
            </a:lvl1pPr>
            <a:lvl2pPr>
              <a:defRPr sz="1200"/>
            </a:lvl2pPr>
            <a:lvl3pPr marL="177800" indent="-177800">
              <a:tabLst/>
              <a:defRPr sz="1200"/>
            </a:lvl3pPr>
            <a:lvl4pPr>
              <a:defRPr sz="1200"/>
            </a:lvl4pPr>
            <a:lvl5pPr>
              <a:defRPr sz="1200"/>
            </a:lvl5pPr>
          </a:lstStyle>
          <a:p>
            <a:pPr lvl="0"/>
            <a:r>
              <a:rPr lang="en-US"/>
              <a:t>Telephone number</a:t>
            </a:r>
          </a:p>
          <a:p>
            <a:pPr lvl="0"/>
            <a:r>
              <a:rPr lang="en-US"/>
              <a:t>Email address</a:t>
            </a:r>
          </a:p>
        </p:txBody>
      </p:sp>
      <p:sp>
        <p:nvSpPr>
          <p:cNvPr id="34" name="Text Placeholder 2"/>
          <p:cNvSpPr>
            <a:spLocks noGrp="1"/>
          </p:cNvSpPr>
          <p:nvPr>
            <p:ph type="body" sz="quarter" idx="31" hasCustomPrompt="1"/>
          </p:nvPr>
        </p:nvSpPr>
        <p:spPr>
          <a:xfrm>
            <a:off x="6249811" y="6085087"/>
            <a:ext cx="2457451" cy="307777"/>
          </a:xfrm>
          <a:prstGeom prst="rect">
            <a:avLst/>
          </a:prstGeom>
        </p:spPr>
        <p:txBody>
          <a:bodyPr anchor="b" anchorCtr="0"/>
          <a:lstStyle>
            <a:lvl1pPr marL="0" indent="0">
              <a:spcAft>
                <a:spcPts val="0"/>
              </a:spcAft>
              <a:buNone/>
              <a:defRPr sz="1000" baseline="0">
                <a:solidFill>
                  <a:schemeClr val="accent1"/>
                </a:solidFill>
              </a:defRPr>
            </a:lvl1pPr>
            <a:lvl2pPr>
              <a:defRPr sz="1200"/>
            </a:lvl2pPr>
            <a:lvl3pPr marL="177800" indent="-177800">
              <a:tabLst/>
              <a:defRPr sz="1200"/>
            </a:lvl3pPr>
            <a:lvl4pPr>
              <a:defRPr sz="1200"/>
            </a:lvl4pPr>
            <a:lvl5pPr>
              <a:defRPr sz="1200"/>
            </a:lvl5pPr>
          </a:lstStyle>
          <a:p>
            <a:pPr lvl="0"/>
            <a:r>
              <a:rPr lang="en-US"/>
              <a:t>Telephone number</a:t>
            </a:r>
          </a:p>
          <a:p>
            <a:pPr lvl="0"/>
            <a:r>
              <a:rPr lang="en-US"/>
              <a:t>Email address</a:t>
            </a:r>
          </a:p>
        </p:txBody>
      </p:sp>
      <p:sp>
        <p:nvSpPr>
          <p:cNvPr id="35" name="Text Placeholder 2"/>
          <p:cNvSpPr>
            <a:spLocks noGrp="1"/>
          </p:cNvSpPr>
          <p:nvPr>
            <p:ph type="body" sz="quarter" idx="32" hasCustomPrompt="1"/>
          </p:nvPr>
        </p:nvSpPr>
        <p:spPr>
          <a:xfrm>
            <a:off x="3484739" y="6085087"/>
            <a:ext cx="2457451" cy="307777"/>
          </a:xfrm>
          <a:prstGeom prst="rect">
            <a:avLst/>
          </a:prstGeom>
        </p:spPr>
        <p:txBody>
          <a:bodyPr anchor="b" anchorCtr="0"/>
          <a:lstStyle>
            <a:lvl1pPr marL="0" indent="0">
              <a:spcAft>
                <a:spcPts val="0"/>
              </a:spcAft>
              <a:buNone/>
              <a:defRPr sz="1000" baseline="0">
                <a:solidFill>
                  <a:schemeClr val="accent1"/>
                </a:solidFill>
              </a:defRPr>
            </a:lvl1pPr>
            <a:lvl2pPr>
              <a:defRPr sz="1200"/>
            </a:lvl2pPr>
            <a:lvl3pPr marL="177800" indent="-177800">
              <a:tabLst/>
              <a:defRPr sz="1200"/>
            </a:lvl3pPr>
            <a:lvl4pPr>
              <a:defRPr sz="1200"/>
            </a:lvl4pPr>
            <a:lvl5pPr>
              <a:defRPr sz="1200"/>
            </a:lvl5pPr>
          </a:lstStyle>
          <a:p>
            <a:pPr lvl="0"/>
            <a:r>
              <a:rPr lang="en-US"/>
              <a:t>Telephone number</a:t>
            </a:r>
          </a:p>
          <a:p>
            <a:pPr lvl="0"/>
            <a:r>
              <a:rPr lang="en-US"/>
              <a:t>Email address</a:t>
            </a:r>
          </a:p>
        </p:txBody>
      </p:sp>
      <p:sp>
        <p:nvSpPr>
          <p:cNvPr id="25" name="Text Placeholder 2"/>
          <p:cNvSpPr>
            <a:spLocks noGrp="1"/>
          </p:cNvSpPr>
          <p:nvPr>
            <p:ph type="body" sz="quarter" idx="25" hasCustomPrompt="1"/>
          </p:nvPr>
        </p:nvSpPr>
        <p:spPr>
          <a:xfrm>
            <a:off x="719667" y="3136893"/>
            <a:ext cx="2457451" cy="1210588"/>
          </a:xfrm>
          <a:prstGeom prst="rect">
            <a:avLst/>
          </a:prstGeom>
        </p:spPr>
        <p:txBody>
          <a:bodyPr/>
          <a:lstStyle>
            <a:lvl1pPr marL="0" indent="0">
              <a:spcAft>
                <a:spcPts val="0"/>
              </a:spcAft>
              <a:buNone/>
              <a:defRPr sz="1200" b="0" baseline="0">
                <a:solidFill>
                  <a:schemeClr val="bg2"/>
                </a:solidFill>
              </a:defRPr>
            </a:lvl1pPr>
            <a:lvl2pPr marL="457200" indent="0">
              <a:buNone/>
              <a:defRPr sz="1200">
                <a:solidFill>
                  <a:schemeClr val="bg2"/>
                </a:solidFill>
              </a:defRPr>
            </a:lvl2pPr>
            <a:lvl3pPr marL="0" indent="0">
              <a:spcAft>
                <a:spcPts val="600"/>
              </a:spcAft>
              <a:buFont typeface="Arial" panose="020B0604020202020204" pitchFamily="34" charset="0"/>
              <a:buNone/>
              <a:tabLst/>
              <a:defRPr sz="1200" baseline="0"/>
            </a:lvl3pPr>
            <a:lvl4pPr marL="177800" indent="-177800">
              <a:spcAft>
                <a:spcPts val="600"/>
              </a:spcAft>
              <a:buFont typeface="Arial" panose="020B0604020202020204" pitchFamily="34" charset="0"/>
              <a:buChar char="•"/>
              <a:defRPr sz="1200"/>
            </a:lvl4pPr>
            <a:lvl5pPr marL="357188" indent="-179388">
              <a:spcAft>
                <a:spcPts val="600"/>
              </a:spcAft>
              <a:defRPr sz="1200"/>
            </a:lvl5pPr>
          </a:lstStyle>
          <a:p>
            <a:pPr lvl="0"/>
            <a:r>
              <a:rPr lang="en-US"/>
              <a:t>Name Surname</a:t>
            </a:r>
          </a:p>
          <a:p>
            <a:pPr lvl="0"/>
            <a:r>
              <a:rPr lang="en-US"/>
              <a:t>Title</a:t>
            </a:r>
          </a:p>
          <a:p>
            <a:pPr lvl="2"/>
            <a:r>
              <a:rPr lang="en-US"/>
              <a:t>Body text</a:t>
            </a:r>
          </a:p>
          <a:p>
            <a:pPr lvl="3"/>
            <a:r>
              <a:rPr lang="en-US"/>
              <a:t>Bullet 1</a:t>
            </a:r>
          </a:p>
          <a:p>
            <a:pPr lvl="4"/>
            <a:r>
              <a:rPr lang="en-US"/>
              <a:t>Bullet 2</a:t>
            </a:r>
            <a:endParaRPr lang="en-NZ"/>
          </a:p>
        </p:txBody>
      </p:sp>
      <p:sp>
        <p:nvSpPr>
          <p:cNvPr id="26" name="Text Placeholder 2"/>
          <p:cNvSpPr>
            <a:spLocks noGrp="1"/>
          </p:cNvSpPr>
          <p:nvPr>
            <p:ph type="body" sz="quarter" idx="34" hasCustomPrompt="1"/>
          </p:nvPr>
        </p:nvSpPr>
        <p:spPr>
          <a:xfrm>
            <a:off x="9006468" y="3136893"/>
            <a:ext cx="2457451" cy="1210588"/>
          </a:xfrm>
          <a:prstGeom prst="rect">
            <a:avLst/>
          </a:prstGeom>
        </p:spPr>
        <p:txBody>
          <a:bodyPr/>
          <a:lstStyle>
            <a:lvl1pPr marL="0" indent="0">
              <a:spcAft>
                <a:spcPts val="0"/>
              </a:spcAft>
              <a:buNone/>
              <a:defRPr sz="1200" b="0" baseline="0">
                <a:solidFill>
                  <a:schemeClr val="bg2"/>
                </a:solidFill>
              </a:defRPr>
            </a:lvl1pPr>
            <a:lvl2pPr marL="457200" indent="0">
              <a:buNone/>
              <a:defRPr sz="1200">
                <a:solidFill>
                  <a:schemeClr val="bg2"/>
                </a:solidFill>
              </a:defRPr>
            </a:lvl2pPr>
            <a:lvl3pPr marL="0" indent="0">
              <a:spcAft>
                <a:spcPts val="600"/>
              </a:spcAft>
              <a:buFont typeface="Arial" panose="020B0604020202020204" pitchFamily="34" charset="0"/>
              <a:buNone/>
              <a:tabLst/>
              <a:defRPr sz="1200" baseline="0"/>
            </a:lvl3pPr>
            <a:lvl4pPr marL="177800" indent="-177800">
              <a:spcAft>
                <a:spcPts val="600"/>
              </a:spcAft>
              <a:buFont typeface="Arial" panose="020B0604020202020204" pitchFamily="34" charset="0"/>
              <a:buChar char="•"/>
              <a:defRPr sz="1200"/>
            </a:lvl4pPr>
            <a:lvl5pPr marL="357188" indent="-179388">
              <a:spcAft>
                <a:spcPts val="600"/>
              </a:spcAft>
              <a:defRPr sz="1200"/>
            </a:lvl5pPr>
          </a:lstStyle>
          <a:p>
            <a:pPr lvl="0"/>
            <a:r>
              <a:rPr lang="en-US"/>
              <a:t>Name Surname</a:t>
            </a:r>
          </a:p>
          <a:p>
            <a:pPr lvl="0"/>
            <a:r>
              <a:rPr lang="en-US"/>
              <a:t>Title</a:t>
            </a:r>
          </a:p>
          <a:p>
            <a:pPr lvl="2"/>
            <a:r>
              <a:rPr lang="en-US"/>
              <a:t>Body text</a:t>
            </a:r>
          </a:p>
          <a:p>
            <a:pPr lvl="3"/>
            <a:r>
              <a:rPr lang="en-US"/>
              <a:t>Bullet 1</a:t>
            </a:r>
          </a:p>
          <a:p>
            <a:pPr lvl="4"/>
            <a:r>
              <a:rPr lang="en-US"/>
              <a:t>Bullet 2</a:t>
            </a:r>
            <a:endParaRPr lang="en-NZ"/>
          </a:p>
        </p:txBody>
      </p:sp>
      <p:sp>
        <p:nvSpPr>
          <p:cNvPr id="27" name="Text Placeholder 2"/>
          <p:cNvSpPr>
            <a:spLocks noGrp="1"/>
          </p:cNvSpPr>
          <p:nvPr>
            <p:ph type="body" sz="quarter" idx="35" hasCustomPrompt="1"/>
          </p:nvPr>
        </p:nvSpPr>
        <p:spPr>
          <a:xfrm>
            <a:off x="6244200" y="3136893"/>
            <a:ext cx="2457451" cy="1210588"/>
          </a:xfrm>
          <a:prstGeom prst="rect">
            <a:avLst/>
          </a:prstGeom>
        </p:spPr>
        <p:txBody>
          <a:bodyPr/>
          <a:lstStyle>
            <a:lvl1pPr marL="0" indent="0">
              <a:spcAft>
                <a:spcPts val="0"/>
              </a:spcAft>
              <a:buNone/>
              <a:defRPr sz="1200" b="0" baseline="0">
                <a:solidFill>
                  <a:schemeClr val="bg2"/>
                </a:solidFill>
              </a:defRPr>
            </a:lvl1pPr>
            <a:lvl2pPr marL="457200" indent="0">
              <a:buNone/>
              <a:defRPr sz="1200">
                <a:solidFill>
                  <a:schemeClr val="bg2"/>
                </a:solidFill>
              </a:defRPr>
            </a:lvl2pPr>
            <a:lvl3pPr marL="0" indent="0">
              <a:spcAft>
                <a:spcPts val="600"/>
              </a:spcAft>
              <a:buFont typeface="Arial" panose="020B0604020202020204" pitchFamily="34" charset="0"/>
              <a:buNone/>
              <a:tabLst/>
              <a:defRPr sz="1200" baseline="0"/>
            </a:lvl3pPr>
            <a:lvl4pPr marL="177800" indent="-177800">
              <a:spcAft>
                <a:spcPts val="600"/>
              </a:spcAft>
              <a:buFont typeface="Arial" panose="020B0604020202020204" pitchFamily="34" charset="0"/>
              <a:buChar char="•"/>
              <a:defRPr sz="1200"/>
            </a:lvl4pPr>
            <a:lvl5pPr marL="357188" indent="-179388">
              <a:spcAft>
                <a:spcPts val="600"/>
              </a:spcAft>
              <a:defRPr sz="1200"/>
            </a:lvl5pPr>
          </a:lstStyle>
          <a:p>
            <a:pPr lvl="0"/>
            <a:r>
              <a:rPr lang="en-US"/>
              <a:t>Name Surname</a:t>
            </a:r>
          </a:p>
          <a:p>
            <a:pPr lvl="0"/>
            <a:r>
              <a:rPr lang="en-US"/>
              <a:t>Title</a:t>
            </a:r>
          </a:p>
          <a:p>
            <a:pPr lvl="2"/>
            <a:r>
              <a:rPr lang="en-US"/>
              <a:t>Body text</a:t>
            </a:r>
          </a:p>
          <a:p>
            <a:pPr lvl="3"/>
            <a:r>
              <a:rPr lang="en-US"/>
              <a:t>Bullet 1</a:t>
            </a:r>
          </a:p>
          <a:p>
            <a:pPr lvl="4"/>
            <a:r>
              <a:rPr lang="en-US"/>
              <a:t>Bullet 2</a:t>
            </a:r>
            <a:endParaRPr lang="en-NZ"/>
          </a:p>
        </p:txBody>
      </p:sp>
      <p:sp>
        <p:nvSpPr>
          <p:cNvPr id="28" name="Text Placeholder 2"/>
          <p:cNvSpPr>
            <a:spLocks noGrp="1"/>
          </p:cNvSpPr>
          <p:nvPr>
            <p:ph type="body" sz="quarter" idx="36" hasCustomPrompt="1"/>
          </p:nvPr>
        </p:nvSpPr>
        <p:spPr>
          <a:xfrm>
            <a:off x="3481933" y="3136893"/>
            <a:ext cx="2457451" cy="1210588"/>
          </a:xfrm>
          <a:prstGeom prst="rect">
            <a:avLst/>
          </a:prstGeom>
        </p:spPr>
        <p:txBody>
          <a:bodyPr/>
          <a:lstStyle>
            <a:lvl1pPr marL="0" indent="0">
              <a:spcAft>
                <a:spcPts val="0"/>
              </a:spcAft>
              <a:buNone/>
              <a:defRPr sz="1200" b="0" baseline="0">
                <a:solidFill>
                  <a:schemeClr val="bg2"/>
                </a:solidFill>
              </a:defRPr>
            </a:lvl1pPr>
            <a:lvl2pPr marL="457200" indent="0">
              <a:buNone/>
              <a:defRPr sz="1200">
                <a:solidFill>
                  <a:schemeClr val="bg2"/>
                </a:solidFill>
              </a:defRPr>
            </a:lvl2pPr>
            <a:lvl3pPr marL="0" indent="0">
              <a:spcAft>
                <a:spcPts val="600"/>
              </a:spcAft>
              <a:buFont typeface="Arial" panose="020B0604020202020204" pitchFamily="34" charset="0"/>
              <a:buNone/>
              <a:tabLst/>
              <a:defRPr sz="1200" baseline="0"/>
            </a:lvl3pPr>
            <a:lvl4pPr marL="177800" indent="-177800">
              <a:spcAft>
                <a:spcPts val="600"/>
              </a:spcAft>
              <a:buFont typeface="Arial" panose="020B0604020202020204" pitchFamily="34" charset="0"/>
              <a:buChar char="•"/>
              <a:defRPr sz="1200"/>
            </a:lvl4pPr>
            <a:lvl5pPr marL="357188" indent="-179388">
              <a:spcAft>
                <a:spcPts val="600"/>
              </a:spcAft>
              <a:defRPr sz="1200"/>
            </a:lvl5pPr>
          </a:lstStyle>
          <a:p>
            <a:pPr lvl="0"/>
            <a:r>
              <a:rPr lang="en-US"/>
              <a:t>Name Surname</a:t>
            </a:r>
          </a:p>
          <a:p>
            <a:pPr lvl="0"/>
            <a:r>
              <a:rPr lang="en-US"/>
              <a:t>Title</a:t>
            </a:r>
          </a:p>
          <a:p>
            <a:pPr lvl="2"/>
            <a:r>
              <a:rPr lang="en-US"/>
              <a:t>Body text</a:t>
            </a:r>
          </a:p>
          <a:p>
            <a:pPr lvl="3"/>
            <a:r>
              <a:rPr lang="en-US"/>
              <a:t>Bullet 1</a:t>
            </a:r>
          </a:p>
          <a:p>
            <a:pPr lvl="4"/>
            <a:r>
              <a:rPr lang="en-US"/>
              <a:t>Bullet 2</a:t>
            </a:r>
            <a:endParaRPr lang="en-NZ"/>
          </a:p>
        </p:txBody>
      </p:sp>
      <p:sp>
        <p:nvSpPr>
          <p:cNvPr id="19"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21" name="Text Placeholder 11"/>
          <p:cNvSpPr>
            <a:spLocks noGrp="1"/>
          </p:cNvSpPr>
          <p:nvPr>
            <p:ph type="body" sz="quarter" idx="15"/>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28625810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Start ">
    <p:spTree>
      <p:nvGrpSpPr>
        <p:cNvPr id="1" name=""/>
        <p:cNvGrpSpPr/>
        <p:nvPr/>
      </p:nvGrpSpPr>
      <p:grpSpPr>
        <a:xfrm>
          <a:off x="0" y="0"/>
          <a:ext cx="0" cy="0"/>
          <a:chOff x="0" y="0"/>
          <a:chExt cx="0" cy="0"/>
        </a:xfrm>
      </p:grpSpPr>
      <p:sp>
        <p:nvSpPr>
          <p:cNvPr id="9" name="Freeform 8"/>
          <p:cNvSpPr/>
          <p:nvPr userDrawn="1"/>
        </p:nvSpPr>
        <p:spPr>
          <a:xfrm rot="1680000" flipH="1" flipV="1">
            <a:off x="8406162" y="1465127"/>
            <a:ext cx="4087743" cy="3486406"/>
          </a:xfrm>
          <a:custGeom>
            <a:avLst/>
            <a:gdLst>
              <a:gd name="connsiteX0" fmla="*/ 0 w 431321"/>
              <a:gd name="connsiteY0" fmla="*/ 0 h 3278038"/>
              <a:gd name="connsiteX1" fmla="*/ 431321 w 431321"/>
              <a:gd name="connsiteY1" fmla="*/ 0 h 3278038"/>
              <a:gd name="connsiteX2" fmla="*/ 431321 w 431321"/>
              <a:gd name="connsiteY2" fmla="*/ 3278038 h 3278038"/>
              <a:gd name="connsiteX3" fmla="*/ 0 w 431321"/>
              <a:gd name="connsiteY3" fmla="*/ 3278038 h 3278038"/>
              <a:gd name="connsiteX4" fmla="*/ 0 w 431321"/>
              <a:gd name="connsiteY4" fmla="*/ 0 h 3278038"/>
              <a:gd name="connsiteX0" fmla="*/ 0 w 1952909"/>
              <a:gd name="connsiteY0" fmla="*/ 1033753 h 3278038"/>
              <a:gd name="connsiteX1" fmla="*/ 1952909 w 1952909"/>
              <a:gd name="connsiteY1" fmla="*/ 0 h 3278038"/>
              <a:gd name="connsiteX2" fmla="*/ 1952909 w 1952909"/>
              <a:gd name="connsiteY2" fmla="*/ 3278038 h 3278038"/>
              <a:gd name="connsiteX3" fmla="*/ 1521588 w 1952909"/>
              <a:gd name="connsiteY3" fmla="*/ 3278038 h 3278038"/>
              <a:gd name="connsiteX4" fmla="*/ 0 w 1952909"/>
              <a:gd name="connsiteY4" fmla="*/ 1033753 h 3278038"/>
              <a:gd name="connsiteX0" fmla="*/ 0 w 3541702"/>
              <a:gd name="connsiteY0" fmla="*/ 1888300 h 3278038"/>
              <a:gd name="connsiteX1" fmla="*/ 3541702 w 3541702"/>
              <a:gd name="connsiteY1" fmla="*/ 0 h 3278038"/>
              <a:gd name="connsiteX2" fmla="*/ 3541702 w 3541702"/>
              <a:gd name="connsiteY2" fmla="*/ 3278038 h 3278038"/>
              <a:gd name="connsiteX3" fmla="*/ 3110381 w 3541702"/>
              <a:gd name="connsiteY3" fmla="*/ 3278038 h 3278038"/>
              <a:gd name="connsiteX4" fmla="*/ 0 w 3541702"/>
              <a:gd name="connsiteY4" fmla="*/ 1888300 h 3278038"/>
              <a:gd name="connsiteX0" fmla="*/ 0 w 3541702"/>
              <a:gd name="connsiteY0" fmla="*/ 1888300 h 5723271"/>
              <a:gd name="connsiteX1" fmla="*/ 3541702 w 3541702"/>
              <a:gd name="connsiteY1" fmla="*/ 0 h 5723271"/>
              <a:gd name="connsiteX2" fmla="*/ 3541702 w 3541702"/>
              <a:gd name="connsiteY2" fmla="*/ 3278038 h 5723271"/>
              <a:gd name="connsiteX3" fmla="*/ 2039089 w 3541702"/>
              <a:gd name="connsiteY3" fmla="*/ 5723271 h 5723271"/>
              <a:gd name="connsiteX4" fmla="*/ 0 w 3541702"/>
              <a:gd name="connsiteY4" fmla="*/ 1888300 h 5723271"/>
              <a:gd name="connsiteX0" fmla="*/ 0 w 3541702"/>
              <a:gd name="connsiteY0" fmla="*/ 1888300 h 5723271"/>
              <a:gd name="connsiteX1" fmla="*/ 3541702 w 3541702"/>
              <a:gd name="connsiteY1" fmla="*/ 0 h 5723271"/>
              <a:gd name="connsiteX2" fmla="*/ 3530999 w 3541702"/>
              <a:gd name="connsiteY2" fmla="*/ 4930010 h 5723271"/>
              <a:gd name="connsiteX3" fmla="*/ 2039089 w 3541702"/>
              <a:gd name="connsiteY3" fmla="*/ 5723271 h 5723271"/>
              <a:gd name="connsiteX4" fmla="*/ 0 w 3541702"/>
              <a:gd name="connsiteY4" fmla="*/ 1888300 h 5723271"/>
              <a:gd name="connsiteX0" fmla="*/ 0 w 5020365"/>
              <a:gd name="connsiteY0" fmla="*/ 2673844 h 5723271"/>
              <a:gd name="connsiteX1" fmla="*/ 5020365 w 5020365"/>
              <a:gd name="connsiteY1" fmla="*/ 0 h 5723271"/>
              <a:gd name="connsiteX2" fmla="*/ 5009662 w 5020365"/>
              <a:gd name="connsiteY2" fmla="*/ 4930010 h 5723271"/>
              <a:gd name="connsiteX3" fmla="*/ 3517752 w 5020365"/>
              <a:gd name="connsiteY3" fmla="*/ 5723271 h 5723271"/>
              <a:gd name="connsiteX4" fmla="*/ 0 w 5020365"/>
              <a:gd name="connsiteY4" fmla="*/ 2673844 h 5723271"/>
              <a:gd name="connsiteX0" fmla="*/ 0 w 5020365"/>
              <a:gd name="connsiteY0" fmla="*/ 2673844 h 7012041"/>
              <a:gd name="connsiteX1" fmla="*/ 5020365 w 5020365"/>
              <a:gd name="connsiteY1" fmla="*/ 0 h 7012041"/>
              <a:gd name="connsiteX2" fmla="*/ 5009662 w 5020365"/>
              <a:gd name="connsiteY2" fmla="*/ 4930010 h 7012041"/>
              <a:gd name="connsiteX3" fmla="*/ 2306660 w 5020365"/>
              <a:gd name="connsiteY3" fmla="*/ 7012041 h 7012041"/>
              <a:gd name="connsiteX4" fmla="*/ 0 w 5020365"/>
              <a:gd name="connsiteY4" fmla="*/ 2673844 h 7012041"/>
              <a:gd name="connsiteX0" fmla="*/ 0 w 5021554"/>
              <a:gd name="connsiteY0" fmla="*/ 2673844 h 7012041"/>
              <a:gd name="connsiteX1" fmla="*/ 5020365 w 5021554"/>
              <a:gd name="connsiteY1" fmla="*/ 0 h 7012041"/>
              <a:gd name="connsiteX2" fmla="*/ 5017986 w 5021554"/>
              <a:gd name="connsiteY2" fmla="*/ 5570404 h 7012041"/>
              <a:gd name="connsiteX3" fmla="*/ 2306660 w 5021554"/>
              <a:gd name="connsiteY3" fmla="*/ 7012041 h 7012041"/>
              <a:gd name="connsiteX4" fmla="*/ 0 w 5021554"/>
              <a:gd name="connsiteY4" fmla="*/ 2673844 h 7012041"/>
              <a:gd name="connsiteX0" fmla="*/ 0 w 5850422"/>
              <a:gd name="connsiteY0" fmla="*/ 3114561 h 7012041"/>
              <a:gd name="connsiteX1" fmla="*/ 5849233 w 5850422"/>
              <a:gd name="connsiteY1" fmla="*/ 0 h 7012041"/>
              <a:gd name="connsiteX2" fmla="*/ 5846854 w 5850422"/>
              <a:gd name="connsiteY2" fmla="*/ 5570404 h 7012041"/>
              <a:gd name="connsiteX3" fmla="*/ 3135528 w 5850422"/>
              <a:gd name="connsiteY3" fmla="*/ 7012041 h 7012041"/>
              <a:gd name="connsiteX4" fmla="*/ 0 w 5850422"/>
              <a:gd name="connsiteY4" fmla="*/ 3114561 h 7012041"/>
              <a:gd name="connsiteX0" fmla="*/ 0 w 5850422"/>
              <a:gd name="connsiteY0" fmla="*/ 3114561 h 7452758"/>
              <a:gd name="connsiteX1" fmla="*/ 5849233 w 5850422"/>
              <a:gd name="connsiteY1" fmla="*/ 0 h 7452758"/>
              <a:gd name="connsiteX2" fmla="*/ 5846854 w 5850422"/>
              <a:gd name="connsiteY2" fmla="*/ 5570404 h 7452758"/>
              <a:gd name="connsiteX3" fmla="*/ 2306661 w 5850422"/>
              <a:gd name="connsiteY3" fmla="*/ 7452758 h 7452758"/>
              <a:gd name="connsiteX4" fmla="*/ 0 w 5850422"/>
              <a:gd name="connsiteY4" fmla="*/ 3114561 h 7452758"/>
              <a:gd name="connsiteX0" fmla="*/ 0 w 5850422"/>
              <a:gd name="connsiteY0" fmla="*/ 3114561 h 5570404"/>
              <a:gd name="connsiteX1" fmla="*/ 5849233 w 5850422"/>
              <a:gd name="connsiteY1" fmla="*/ 0 h 5570404"/>
              <a:gd name="connsiteX2" fmla="*/ 5846854 w 5850422"/>
              <a:gd name="connsiteY2" fmla="*/ 5570404 h 5570404"/>
              <a:gd name="connsiteX3" fmla="*/ 3474463 w 5850422"/>
              <a:gd name="connsiteY3" fmla="*/ 4759371 h 5570404"/>
              <a:gd name="connsiteX4" fmla="*/ 0 w 5850422"/>
              <a:gd name="connsiteY4" fmla="*/ 3114561 h 5570404"/>
              <a:gd name="connsiteX0" fmla="*/ 0 w 5856216"/>
              <a:gd name="connsiteY0" fmla="*/ 3114561 h 4759371"/>
              <a:gd name="connsiteX1" fmla="*/ 5849233 w 5856216"/>
              <a:gd name="connsiteY1" fmla="*/ 0 h 4759371"/>
              <a:gd name="connsiteX2" fmla="*/ 5852648 w 5856216"/>
              <a:gd name="connsiteY2" fmla="*/ 4566615 h 4759371"/>
              <a:gd name="connsiteX3" fmla="*/ 3474463 w 5856216"/>
              <a:gd name="connsiteY3" fmla="*/ 4759371 h 4759371"/>
              <a:gd name="connsiteX4" fmla="*/ 0 w 5856216"/>
              <a:gd name="connsiteY4" fmla="*/ 3114561 h 4759371"/>
              <a:gd name="connsiteX0" fmla="*/ 487124 w 2381753"/>
              <a:gd name="connsiteY0" fmla="*/ 1010044 h 4759371"/>
              <a:gd name="connsiteX1" fmla="*/ 2374770 w 2381753"/>
              <a:gd name="connsiteY1" fmla="*/ 0 h 4759371"/>
              <a:gd name="connsiteX2" fmla="*/ 2378185 w 2381753"/>
              <a:gd name="connsiteY2" fmla="*/ 4566615 h 4759371"/>
              <a:gd name="connsiteX3" fmla="*/ 0 w 2381753"/>
              <a:gd name="connsiteY3" fmla="*/ 4759371 h 4759371"/>
              <a:gd name="connsiteX4" fmla="*/ 487124 w 2381753"/>
              <a:gd name="connsiteY4" fmla="*/ 1010044 h 4759371"/>
              <a:gd name="connsiteX0" fmla="*/ 0 w 1894629"/>
              <a:gd name="connsiteY0" fmla="*/ 1010044 h 4566615"/>
              <a:gd name="connsiteX1" fmla="*/ 1887646 w 1894629"/>
              <a:gd name="connsiteY1" fmla="*/ 0 h 4566615"/>
              <a:gd name="connsiteX2" fmla="*/ 1891061 w 1894629"/>
              <a:gd name="connsiteY2" fmla="*/ 4566615 h 4566615"/>
              <a:gd name="connsiteX3" fmla="*/ 913720 w 1894629"/>
              <a:gd name="connsiteY3" fmla="*/ 2728503 h 4566615"/>
              <a:gd name="connsiteX4" fmla="*/ 0 w 1894629"/>
              <a:gd name="connsiteY4" fmla="*/ 1010044 h 4566615"/>
              <a:gd name="connsiteX0" fmla="*/ 0 w 1894351"/>
              <a:gd name="connsiteY0" fmla="*/ 1010044 h 3876274"/>
              <a:gd name="connsiteX1" fmla="*/ 1887646 w 1894351"/>
              <a:gd name="connsiteY1" fmla="*/ 0 h 3876274"/>
              <a:gd name="connsiteX2" fmla="*/ 1890783 w 1894351"/>
              <a:gd name="connsiteY2" fmla="*/ 3876274 h 3876274"/>
              <a:gd name="connsiteX3" fmla="*/ 913720 w 1894351"/>
              <a:gd name="connsiteY3" fmla="*/ 2728503 h 3876274"/>
              <a:gd name="connsiteX4" fmla="*/ 0 w 1894351"/>
              <a:gd name="connsiteY4" fmla="*/ 1010044 h 3876274"/>
              <a:gd name="connsiteX0" fmla="*/ 0 w 1894351"/>
              <a:gd name="connsiteY0" fmla="*/ 1010044 h 4390522"/>
              <a:gd name="connsiteX1" fmla="*/ 1887646 w 1894351"/>
              <a:gd name="connsiteY1" fmla="*/ 0 h 4390522"/>
              <a:gd name="connsiteX2" fmla="*/ 1890783 w 1894351"/>
              <a:gd name="connsiteY2" fmla="*/ 3876274 h 4390522"/>
              <a:gd name="connsiteX3" fmla="*/ 923625 w 1894351"/>
              <a:gd name="connsiteY3" fmla="*/ 4390522 h 4390522"/>
              <a:gd name="connsiteX4" fmla="*/ 0 w 1894351"/>
              <a:gd name="connsiteY4" fmla="*/ 1010044 h 4390522"/>
              <a:gd name="connsiteX0" fmla="*/ 0 w 2579799"/>
              <a:gd name="connsiteY0" fmla="*/ 1364296 h 4390522"/>
              <a:gd name="connsiteX1" fmla="*/ 2573094 w 2579799"/>
              <a:gd name="connsiteY1" fmla="*/ 0 h 4390522"/>
              <a:gd name="connsiteX2" fmla="*/ 2576231 w 2579799"/>
              <a:gd name="connsiteY2" fmla="*/ 3876274 h 4390522"/>
              <a:gd name="connsiteX3" fmla="*/ 1609073 w 2579799"/>
              <a:gd name="connsiteY3" fmla="*/ 4390522 h 4390522"/>
              <a:gd name="connsiteX4" fmla="*/ 0 w 2579799"/>
              <a:gd name="connsiteY4" fmla="*/ 1364296 h 4390522"/>
              <a:gd name="connsiteX0" fmla="*/ 0 w 2579799"/>
              <a:gd name="connsiteY0" fmla="*/ 1364296 h 4502315"/>
              <a:gd name="connsiteX1" fmla="*/ 2573094 w 2579799"/>
              <a:gd name="connsiteY1" fmla="*/ 0 h 4502315"/>
              <a:gd name="connsiteX2" fmla="*/ 2576231 w 2579799"/>
              <a:gd name="connsiteY2" fmla="*/ 3876274 h 4502315"/>
              <a:gd name="connsiteX3" fmla="*/ 1398821 w 2579799"/>
              <a:gd name="connsiteY3" fmla="*/ 4502315 h 4502315"/>
              <a:gd name="connsiteX4" fmla="*/ 0 w 2579799"/>
              <a:gd name="connsiteY4" fmla="*/ 1364296 h 4502315"/>
              <a:gd name="connsiteX0" fmla="*/ 0 w 2790052"/>
              <a:gd name="connsiteY0" fmla="*/ 1476088 h 4502315"/>
              <a:gd name="connsiteX1" fmla="*/ 2783347 w 2790052"/>
              <a:gd name="connsiteY1" fmla="*/ 0 h 4502315"/>
              <a:gd name="connsiteX2" fmla="*/ 2786484 w 2790052"/>
              <a:gd name="connsiteY2" fmla="*/ 3876274 h 4502315"/>
              <a:gd name="connsiteX3" fmla="*/ 1609074 w 2790052"/>
              <a:gd name="connsiteY3" fmla="*/ 4502315 h 4502315"/>
              <a:gd name="connsiteX4" fmla="*/ 0 w 2790052"/>
              <a:gd name="connsiteY4" fmla="*/ 1476088 h 4502315"/>
              <a:gd name="connsiteX0" fmla="*/ 0 w 2786484"/>
              <a:gd name="connsiteY0" fmla="*/ 1476088 h 4502315"/>
              <a:gd name="connsiteX1" fmla="*/ 2783347 w 2786484"/>
              <a:gd name="connsiteY1" fmla="*/ 0 h 4502315"/>
              <a:gd name="connsiteX2" fmla="*/ 2786484 w 2786484"/>
              <a:gd name="connsiteY2" fmla="*/ 3876274 h 4502315"/>
              <a:gd name="connsiteX3" fmla="*/ 1609074 w 2786484"/>
              <a:gd name="connsiteY3" fmla="*/ 4502315 h 4502315"/>
              <a:gd name="connsiteX4" fmla="*/ 0 w 2786484"/>
              <a:gd name="connsiteY4" fmla="*/ 1476088 h 4502315"/>
              <a:gd name="connsiteX0" fmla="*/ 0 w 2783347"/>
              <a:gd name="connsiteY0" fmla="*/ 1476088 h 4502315"/>
              <a:gd name="connsiteX1" fmla="*/ 2783347 w 2783347"/>
              <a:gd name="connsiteY1" fmla="*/ 0 h 4502315"/>
              <a:gd name="connsiteX2" fmla="*/ 2781797 w 2783347"/>
              <a:gd name="connsiteY2" fmla="*/ 1676271 h 4502315"/>
              <a:gd name="connsiteX3" fmla="*/ 1609074 w 2783347"/>
              <a:gd name="connsiteY3" fmla="*/ 4502315 h 4502315"/>
              <a:gd name="connsiteX4" fmla="*/ 0 w 2783347"/>
              <a:gd name="connsiteY4" fmla="*/ 1476088 h 4502315"/>
              <a:gd name="connsiteX0" fmla="*/ 0 w 2783347"/>
              <a:gd name="connsiteY0" fmla="*/ 1476088 h 2785258"/>
              <a:gd name="connsiteX1" fmla="*/ 2783347 w 2783347"/>
              <a:gd name="connsiteY1" fmla="*/ 0 h 2785258"/>
              <a:gd name="connsiteX2" fmla="*/ 2781797 w 2783347"/>
              <a:gd name="connsiteY2" fmla="*/ 1676271 h 2785258"/>
              <a:gd name="connsiteX3" fmla="*/ 696098 w 2783347"/>
              <a:gd name="connsiteY3" fmla="*/ 2785258 h 2785258"/>
              <a:gd name="connsiteX4" fmla="*/ 0 w 2783347"/>
              <a:gd name="connsiteY4" fmla="*/ 1476088 h 2785258"/>
              <a:gd name="connsiteX0" fmla="*/ 0 w 2781797"/>
              <a:gd name="connsiteY0" fmla="*/ 2177236 h 3486406"/>
              <a:gd name="connsiteX1" fmla="*/ 2779865 w 2781797"/>
              <a:gd name="connsiteY1" fmla="*/ 0 h 3486406"/>
              <a:gd name="connsiteX2" fmla="*/ 2781797 w 2781797"/>
              <a:gd name="connsiteY2" fmla="*/ 2377419 h 3486406"/>
              <a:gd name="connsiteX3" fmla="*/ 696098 w 2781797"/>
              <a:gd name="connsiteY3" fmla="*/ 3486406 h 3486406"/>
              <a:gd name="connsiteX4" fmla="*/ 0 w 2781797"/>
              <a:gd name="connsiteY4" fmla="*/ 2177236 h 3486406"/>
              <a:gd name="connsiteX0" fmla="*/ 0 w 3065807"/>
              <a:gd name="connsiteY0" fmla="*/ 1643095 h 3486406"/>
              <a:gd name="connsiteX1" fmla="*/ 3063875 w 3065807"/>
              <a:gd name="connsiteY1" fmla="*/ 0 h 3486406"/>
              <a:gd name="connsiteX2" fmla="*/ 3065807 w 3065807"/>
              <a:gd name="connsiteY2" fmla="*/ 2377419 h 3486406"/>
              <a:gd name="connsiteX3" fmla="*/ 980108 w 3065807"/>
              <a:gd name="connsiteY3" fmla="*/ 3486406 h 3486406"/>
              <a:gd name="connsiteX4" fmla="*/ 0 w 3065807"/>
              <a:gd name="connsiteY4" fmla="*/ 1643095 h 3486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5807" h="3486406">
                <a:moveTo>
                  <a:pt x="0" y="1643095"/>
                </a:moveTo>
                <a:lnTo>
                  <a:pt x="3063875" y="0"/>
                </a:lnTo>
                <a:cubicBezTo>
                  <a:pt x="3060307" y="1643337"/>
                  <a:pt x="3065603" y="1944314"/>
                  <a:pt x="3065807" y="2377419"/>
                </a:cubicBezTo>
                <a:lnTo>
                  <a:pt x="980108" y="3486406"/>
                </a:lnTo>
                <a:lnTo>
                  <a:pt x="0" y="1643095"/>
                </a:lnTo>
                <a:close/>
              </a:path>
            </a:pathLst>
          </a:cu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FFFFFF"/>
              </a:solidFill>
            </a:endParaRPr>
          </a:p>
        </p:txBody>
      </p:sp>
      <p:sp>
        <p:nvSpPr>
          <p:cNvPr id="11" name="Picture Placeholder 10"/>
          <p:cNvSpPr>
            <a:spLocks noGrp="1"/>
          </p:cNvSpPr>
          <p:nvPr>
            <p:ph type="pic" sz="quarter" idx="10"/>
          </p:nvPr>
        </p:nvSpPr>
        <p:spPr>
          <a:xfrm>
            <a:off x="5562602" y="4168776"/>
            <a:ext cx="6629399" cy="2689225"/>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1416981 w 4972049"/>
              <a:gd name="connsiteY0" fmla="*/ 655637 h 3344862"/>
              <a:gd name="connsiteX1" fmla="*/ 4962524 w 4972049"/>
              <a:gd name="connsiteY1" fmla="*/ 0 h 3344862"/>
              <a:gd name="connsiteX2" fmla="*/ 4972049 w 4972049"/>
              <a:gd name="connsiteY2" fmla="*/ 3344862 h 3344862"/>
              <a:gd name="connsiteX3" fmla="*/ 0 w 4972049"/>
              <a:gd name="connsiteY3" fmla="*/ 3344862 h 3344862"/>
              <a:gd name="connsiteX4" fmla="*/ 1416981 w 4972049"/>
              <a:gd name="connsiteY4" fmla="*/ 655637 h 3344862"/>
              <a:gd name="connsiteX0" fmla="*/ 1416981 w 4972049"/>
              <a:gd name="connsiteY0" fmla="*/ 0 h 2689225"/>
              <a:gd name="connsiteX1" fmla="*/ 4972049 w 4972049"/>
              <a:gd name="connsiteY1" fmla="*/ 0 h 2689225"/>
              <a:gd name="connsiteX2" fmla="*/ 4972049 w 4972049"/>
              <a:gd name="connsiteY2" fmla="*/ 2689225 h 2689225"/>
              <a:gd name="connsiteX3" fmla="*/ 0 w 4972049"/>
              <a:gd name="connsiteY3" fmla="*/ 2689225 h 2689225"/>
              <a:gd name="connsiteX4" fmla="*/ 1416981 w 4972049"/>
              <a:gd name="connsiteY4" fmla="*/ 0 h 2689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2049" h="2689225">
                <a:moveTo>
                  <a:pt x="1416981" y="0"/>
                </a:moveTo>
                <a:lnTo>
                  <a:pt x="4972049" y="0"/>
                </a:lnTo>
                <a:lnTo>
                  <a:pt x="4972049" y="2689225"/>
                </a:lnTo>
                <a:lnTo>
                  <a:pt x="0" y="2689225"/>
                </a:lnTo>
                <a:lnTo>
                  <a:pt x="1416981" y="0"/>
                </a:lnTo>
                <a:close/>
              </a:path>
            </a:pathLst>
          </a:custGeom>
        </p:spPr>
        <p:txBody>
          <a:bodyPr anchor="ctr"/>
          <a:lstStyle>
            <a:lvl1pPr algn="ctr">
              <a:defRPr/>
            </a:lvl1pPr>
          </a:lstStyle>
          <a:p>
            <a:endParaRPr lang="en-US" dirty="0"/>
          </a:p>
        </p:txBody>
      </p:sp>
      <p:sp>
        <p:nvSpPr>
          <p:cNvPr id="15" name="Text Placeholder 14"/>
          <p:cNvSpPr>
            <a:spLocks noGrp="1"/>
          </p:cNvSpPr>
          <p:nvPr>
            <p:ph type="body" sz="quarter" idx="12"/>
          </p:nvPr>
        </p:nvSpPr>
        <p:spPr>
          <a:xfrm>
            <a:off x="601132" y="1944689"/>
            <a:ext cx="5499101" cy="4448175"/>
          </a:xfrm>
          <a:prstGeom prst="rect">
            <a:avLst/>
          </a:prstGeom>
        </p:spPr>
        <p:txBody>
          <a:bodyPr lIns="0" tIns="0" rIns="0" bIns="0"/>
          <a:lstStyle>
            <a:lvl1pPr>
              <a:buNone/>
              <a:defRPr sz="1400">
                <a:solidFill>
                  <a:schemeClr val="tx1"/>
                </a:solidFill>
              </a:defRPr>
            </a:lvl1pPr>
            <a:lvl2pPr>
              <a:buNone/>
              <a:defRPr sz="1400">
                <a:solidFill>
                  <a:schemeClr val="tx2"/>
                </a:solidFill>
              </a:defRPr>
            </a:lvl2pPr>
            <a:lvl3pPr>
              <a:buNone/>
              <a:defRPr sz="1400">
                <a:solidFill>
                  <a:schemeClr val="tx2"/>
                </a:solidFill>
              </a:defRPr>
            </a:lvl3pPr>
            <a:lvl4pPr>
              <a:buNone/>
              <a:defRPr sz="1400">
                <a:solidFill>
                  <a:schemeClr val="tx2"/>
                </a:solidFill>
              </a:defRPr>
            </a:lvl4pPr>
            <a:lvl5pPr>
              <a:buNone/>
              <a:defRPr sz="1400">
                <a:solidFill>
                  <a:schemeClr val="tx2"/>
                </a:solidFill>
              </a:defRPr>
            </a:lvl5pPr>
          </a:lstStyle>
          <a:p>
            <a:pPr lvl="0"/>
            <a:endParaRPr lang="en-US"/>
          </a:p>
        </p:txBody>
      </p:sp>
      <p:sp>
        <p:nvSpPr>
          <p:cNvPr id="17" name="Picture Placeholder 16"/>
          <p:cNvSpPr>
            <a:spLocks noGrp="1"/>
          </p:cNvSpPr>
          <p:nvPr>
            <p:ph type="pic" sz="quarter" idx="13" hasCustomPrompt="1"/>
          </p:nvPr>
        </p:nvSpPr>
        <p:spPr>
          <a:xfrm>
            <a:off x="10606617" y="2545557"/>
            <a:ext cx="980017" cy="735013"/>
          </a:xfrm>
          <a:prstGeom prst="rect">
            <a:avLst/>
          </a:prstGeom>
        </p:spPr>
        <p:txBody>
          <a:bodyPr anchor="ctr"/>
          <a:lstStyle>
            <a:lvl1pPr algn="ctr">
              <a:buNone/>
              <a:defRPr sz="1600">
                <a:solidFill>
                  <a:schemeClr val="accent6"/>
                </a:solidFill>
              </a:defRPr>
            </a:lvl1pPr>
          </a:lstStyle>
          <a:p>
            <a:r>
              <a:rPr lang="en-US" dirty="0"/>
              <a:t>icon</a:t>
            </a:r>
          </a:p>
        </p:txBody>
      </p:sp>
      <p:sp>
        <p:nvSpPr>
          <p:cNvPr id="19" name="Text Placeholder 18"/>
          <p:cNvSpPr>
            <a:spLocks noGrp="1"/>
          </p:cNvSpPr>
          <p:nvPr>
            <p:ph type="body" sz="quarter" idx="14"/>
          </p:nvPr>
        </p:nvSpPr>
        <p:spPr>
          <a:xfrm>
            <a:off x="9334500" y="3280569"/>
            <a:ext cx="2252133" cy="579437"/>
          </a:xfrm>
          <a:prstGeom prst="rect">
            <a:avLst/>
          </a:prstGeom>
        </p:spPr>
        <p:txBody>
          <a:bodyPr/>
          <a:lstStyle>
            <a:lvl1pPr algn="r">
              <a:buNone/>
              <a:defRPr sz="1200">
                <a:solidFill>
                  <a:schemeClr val="bg1"/>
                </a:solidFill>
              </a:defRPr>
            </a:lvl1pPr>
            <a:lvl2pPr algn="r">
              <a:defRPr sz="1200">
                <a:solidFill>
                  <a:schemeClr val="accent6"/>
                </a:solidFill>
              </a:defRPr>
            </a:lvl2pPr>
            <a:lvl3pPr algn="r">
              <a:defRPr sz="1200">
                <a:solidFill>
                  <a:schemeClr val="accent6"/>
                </a:solidFill>
              </a:defRPr>
            </a:lvl3pPr>
            <a:lvl4pPr algn="r">
              <a:defRPr sz="1200">
                <a:solidFill>
                  <a:schemeClr val="accent6"/>
                </a:solidFill>
              </a:defRPr>
            </a:lvl4pPr>
            <a:lvl5pPr algn="r">
              <a:defRPr sz="1200">
                <a:solidFill>
                  <a:schemeClr val="accent6"/>
                </a:solidFill>
              </a:defRPr>
            </a:lvl5pPr>
          </a:lstStyle>
          <a:p>
            <a:pPr lvl="0"/>
            <a:endParaRPr lang="en-US"/>
          </a:p>
        </p:txBody>
      </p:sp>
      <p:sp>
        <p:nvSpPr>
          <p:cNvPr id="8"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54585A"/>
                </a:solidFill>
                <a:cs typeface="Arial" pitchFamily="34" charset="0"/>
              </a:rPr>
              <a:pPr algn="r">
                <a:spcBef>
                  <a:spcPct val="0"/>
                </a:spcBef>
                <a:defRPr/>
              </a:pPr>
              <a:t>‹#›</a:t>
            </a:fld>
            <a:endParaRPr lang="en-US" sz="1000" dirty="0">
              <a:solidFill>
                <a:srgbClr val="54585A"/>
              </a:solidFill>
              <a:cs typeface="Arial" pitchFamily="34" charset="0"/>
            </a:endParaRPr>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5"/>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12397053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4"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5"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1709567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4 Column icon layout">
    <p:spTree>
      <p:nvGrpSpPr>
        <p:cNvPr id="1" name=""/>
        <p:cNvGrpSpPr/>
        <p:nvPr/>
      </p:nvGrpSpPr>
      <p:grpSpPr>
        <a:xfrm>
          <a:off x="0" y="0"/>
          <a:ext cx="0" cy="0"/>
          <a:chOff x="0" y="0"/>
          <a:chExt cx="0" cy="0"/>
        </a:xfrm>
      </p:grpSpPr>
      <p:sp>
        <p:nvSpPr>
          <p:cNvPr id="27" name="Text Placeholder 2"/>
          <p:cNvSpPr>
            <a:spLocks noGrp="1"/>
          </p:cNvSpPr>
          <p:nvPr>
            <p:ph type="body" sz="quarter" idx="37" hasCustomPrompt="1"/>
          </p:nvPr>
        </p:nvSpPr>
        <p:spPr>
          <a:xfrm>
            <a:off x="719667" y="2735958"/>
            <a:ext cx="2457451" cy="789960"/>
          </a:xfrm>
          <a:prstGeom prst="rect">
            <a:avLst/>
          </a:prstGeom>
        </p:spPr>
        <p:txBody>
          <a:bodyPr/>
          <a:lstStyle>
            <a:lvl1pPr marL="0" indent="0">
              <a:buNone/>
              <a:defRPr sz="1400" baseline="0">
                <a:solidFill>
                  <a:schemeClr val="tx1"/>
                </a:solidFill>
              </a:defRPr>
            </a:lvl1pPr>
            <a:lvl2pPr>
              <a:defRPr sz="1200">
                <a:solidFill>
                  <a:schemeClr val="tx1"/>
                </a:solidFill>
              </a:defRPr>
            </a:lvl2pPr>
            <a:lvl3pPr marL="177800" indent="-177800">
              <a:tabLst/>
              <a:defRPr sz="1200">
                <a:solidFill>
                  <a:schemeClr val="tx1"/>
                </a:solidFill>
              </a:defRPr>
            </a:lvl3pPr>
            <a:lvl4pPr>
              <a:defRPr sz="1200"/>
            </a:lvl4pPr>
            <a:lvl5pPr>
              <a:defRPr sz="1200"/>
            </a:lvl5pPr>
          </a:lstStyle>
          <a:p>
            <a:pPr lvl="0"/>
            <a:r>
              <a:rPr lang="en-US"/>
              <a:t>Heading text </a:t>
            </a:r>
          </a:p>
          <a:p>
            <a:pPr lvl="1"/>
            <a:r>
              <a:rPr lang="en-US"/>
              <a:t>Body text</a:t>
            </a:r>
          </a:p>
          <a:p>
            <a:pPr lvl="2"/>
            <a:r>
              <a:rPr lang="en-US"/>
              <a:t>Bullet 1</a:t>
            </a:r>
            <a:endParaRPr lang="en-NZ"/>
          </a:p>
        </p:txBody>
      </p:sp>
      <p:sp>
        <p:nvSpPr>
          <p:cNvPr id="28" name="Text Placeholder 2"/>
          <p:cNvSpPr>
            <a:spLocks noGrp="1"/>
          </p:cNvSpPr>
          <p:nvPr>
            <p:ph type="body" sz="quarter" idx="38" hasCustomPrompt="1"/>
          </p:nvPr>
        </p:nvSpPr>
        <p:spPr>
          <a:xfrm>
            <a:off x="9014883" y="2735958"/>
            <a:ext cx="2457451" cy="789960"/>
          </a:xfrm>
          <a:prstGeom prst="rect">
            <a:avLst/>
          </a:prstGeom>
        </p:spPr>
        <p:txBody>
          <a:bodyPr/>
          <a:lstStyle>
            <a:lvl1pPr>
              <a:defRPr sz="1400" baseline="0">
                <a:solidFill>
                  <a:schemeClr val="tx1"/>
                </a:solidFill>
              </a:defRPr>
            </a:lvl1pPr>
            <a:lvl2pPr>
              <a:defRPr sz="1200">
                <a:solidFill>
                  <a:schemeClr val="tx1"/>
                </a:solidFill>
              </a:defRPr>
            </a:lvl2pPr>
            <a:lvl3pPr marL="177800" indent="-177800">
              <a:tabLst/>
              <a:defRPr sz="1200">
                <a:solidFill>
                  <a:schemeClr val="tx1"/>
                </a:solidFill>
              </a:defRPr>
            </a:lvl3pPr>
            <a:lvl4pPr>
              <a:defRPr sz="1200"/>
            </a:lvl4pPr>
            <a:lvl5pPr>
              <a:defRPr sz="1200"/>
            </a:lvl5pPr>
          </a:lstStyle>
          <a:p>
            <a:pPr lvl="0"/>
            <a:r>
              <a:rPr lang="en-US"/>
              <a:t>Heading text </a:t>
            </a:r>
          </a:p>
          <a:p>
            <a:pPr lvl="1"/>
            <a:r>
              <a:rPr lang="en-US"/>
              <a:t>Body text</a:t>
            </a:r>
          </a:p>
          <a:p>
            <a:pPr lvl="2"/>
            <a:r>
              <a:rPr lang="en-US"/>
              <a:t>Bullet 1</a:t>
            </a:r>
            <a:endParaRPr lang="en-NZ"/>
          </a:p>
        </p:txBody>
      </p:sp>
      <p:sp>
        <p:nvSpPr>
          <p:cNvPr id="29" name="Text Placeholder 2"/>
          <p:cNvSpPr>
            <a:spLocks noGrp="1"/>
          </p:cNvSpPr>
          <p:nvPr>
            <p:ph type="body" sz="quarter" idx="39" hasCustomPrompt="1"/>
          </p:nvPr>
        </p:nvSpPr>
        <p:spPr>
          <a:xfrm>
            <a:off x="3484739" y="2735958"/>
            <a:ext cx="2457451" cy="789960"/>
          </a:xfrm>
          <a:prstGeom prst="rect">
            <a:avLst/>
          </a:prstGeom>
        </p:spPr>
        <p:txBody>
          <a:bodyPr/>
          <a:lstStyle>
            <a:lvl1pPr marL="0" indent="0">
              <a:buNone/>
              <a:defRPr sz="1400" baseline="0">
                <a:solidFill>
                  <a:schemeClr val="tx1"/>
                </a:solidFill>
              </a:defRPr>
            </a:lvl1pPr>
            <a:lvl2pPr>
              <a:defRPr sz="1200">
                <a:solidFill>
                  <a:schemeClr val="tx1"/>
                </a:solidFill>
              </a:defRPr>
            </a:lvl2pPr>
            <a:lvl3pPr marL="177800" indent="-177800">
              <a:tabLst/>
              <a:defRPr sz="1200">
                <a:solidFill>
                  <a:schemeClr val="tx1"/>
                </a:solidFill>
              </a:defRPr>
            </a:lvl3pPr>
            <a:lvl4pPr>
              <a:defRPr sz="1200"/>
            </a:lvl4pPr>
            <a:lvl5pPr>
              <a:defRPr sz="1200"/>
            </a:lvl5pPr>
          </a:lstStyle>
          <a:p>
            <a:pPr lvl="0"/>
            <a:r>
              <a:rPr lang="en-US"/>
              <a:t>Heading text </a:t>
            </a:r>
          </a:p>
          <a:p>
            <a:pPr lvl="1"/>
            <a:r>
              <a:rPr lang="en-US"/>
              <a:t>Body text</a:t>
            </a:r>
          </a:p>
          <a:p>
            <a:pPr lvl="2"/>
            <a:r>
              <a:rPr lang="en-US"/>
              <a:t>Bullet 1</a:t>
            </a:r>
            <a:endParaRPr lang="en-NZ"/>
          </a:p>
        </p:txBody>
      </p:sp>
      <p:sp>
        <p:nvSpPr>
          <p:cNvPr id="30" name="Text Placeholder 2"/>
          <p:cNvSpPr>
            <a:spLocks noGrp="1"/>
          </p:cNvSpPr>
          <p:nvPr>
            <p:ph type="body" sz="quarter" idx="40" hasCustomPrompt="1"/>
          </p:nvPr>
        </p:nvSpPr>
        <p:spPr>
          <a:xfrm>
            <a:off x="6249811" y="2735958"/>
            <a:ext cx="2457451" cy="789960"/>
          </a:xfrm>
          <a:prstGeom prst="rect">
            <a:avLst/>
          </a:prstGeom>
        </p:spPr>
        <p:txBody>
          <a:bodyPr/>
          <a:lstStyle>
            <a:lvl1pPr>
              <a:defRPr sz="1400" baseline="0">
                <a:solidFill>
                  <a:schemeClr val="tx1"/>
                </a:solidFill>
              </a:defRPr>
            </a:lvl1pPr>
            <a:lvl2pPr>
              <a:defRPr sz="1200">
                <a:solidFill>
                  <a:schemeClr val="tx1"/>
                </a:solidFill>
              </a:defRPr>
            </a:lvl2pPr>
            <a:lvl3pPr marL="177800" indent="-177800">
              <a:tabLst/>
              <a:defRPr sz="1200">
                <a:solidFill>
                  <a:schemeClr val="tx1"/>
                </a:solidFill>
              </a:defRPr>
            </a:lvl3pPr>
            <a:lvl4pPr>
              <a:defRPr sz="1200"/>
            </a:lvl4pPr>
            <a:lvl5pPr>
              <a:defRPr sz="1200"/>
            </a:lvl5pPr>
          </a:lstStyle>
          <a:p>
            <a:pPr lvl="0"/>
            <a:r>
              <a:rPr lang="en-US"/>
              <a:t>Heading text </a:t>
            </a:r>
          </a:p>
          <a:p>
            <a:pPr lvl="1"/>
            <a:r>
              <a:rPr lang="en-US"/>
              <a:t>Body text</a:t>
            </a:r>
          </a:p>
          <a:p>
            <a:pPr lvl="2"/>
            <a:r>
              <a:rPr lang="en-US"/>
              <a:t>Bullet 1</a:t>
            </a:r>
            <a:endParaRPr lang="en-NZ"/>
          </a:p>
        </p:txBody>
      </p:sp>
      <p:grpSp>
        <p:nvGrpSpPr>
          <p:cNvPr id="8" name="Group 7"/>
          <p:cNvGrpSpPr/>
          <p:nvPr userDrawn="1"/>
        </p:nvGrpSpPr>
        <p:grpSpPr>
          <a:xfrm>
            <a:off x="3484739" y="1946275"/>
            <a:ext cx="960967" cy="723900"/>
            <a:chOff x="2613554" y="1946275"/>
            <a:chExt cx="720725" cy="723900"/>
          </a:xfrm>
        </p:grpSpPr>
        <p:sp>
          <p:nvSpPr>
            <p:cNvPr id="9" name="Freeform 8"/>
            <p:cNvSpPr>
              <a:spLocks noEditPoints="1"/>
            </p:cNvSpPr>
            <p:nvPr/>
          </p:nvSpPr>
          <p:spPr bwMode="auto">
            <a:xfrm>
              <a:off x="2781595" y="2239539"/>
              <a:ext cx="382269" cy="142312"/>
            </a:xfrm>
            <a:custGeom>
              <a:avLst/>
              <a:gdLst>
                <a:gd name="T0" fmla="*/ 1031 w 1055"/>
                <a:gd name="T1" fmla="*/ 346 h 393"/>
                <a:gd name="T2" fmla="*/ 24 w 1055"/>
                <a:gd name="T3" fmla="*/ 346 h 393"/>
                <a:gd name="T4" fmla="*/ 0 w 1055"/>
                <a:gd name="T5" fmla="*/ 369 h 393"/>
                <a:gd name="T6" fmla="*/ 24 w 1055"/>
                <a:gd name="T7" fmla="*/ 393 h 393"/>
                <a:gd name="T8" fmla="*/ 1031 w 1055"/>
                <a:gd name="T9" fmla="*/ 393 h 393"/>
                <a:gd name="T10" fmla="*/ 1055 w 1055"/>
                <a:gd name="T11" fmla="*/ 369 h 393"/>
                <a:gd name="T12" fmla="*/ 1031 w 1055"/>
                <a:gd name="T13" fmla="*/ 346 h 393"/>
                <a:gd name="T14" fmla="*/ 415 w 1055"/>
                <a:gd name="T15" fmla="*/ 116 h 393"/>
                <a:gd name="T16" fmla="*/ 580 w 1055"/>
                <a:gd name="T17" fmla="*/ 281 h 393"/>
                <a:gd name="T18" fmla="*/ 580 w 1055"/>
                <a:gd name="T19" fmla="*/ 281 h 393"/>
                <a:gd name="T20" fmla="*/ 581 w 1055"/>
                <a:gd name="T21" fmla="*/ 282 h 393"/>
                <a:gd name="T22" fmla="*/ 773 w 1055"/>
                <a:gd name="T23" fmla="*/ 90 h 393"/>
                <a:gd name="T24" fmla="*/ 803 w 1055"/>
                <a:gd name="T25" fmla="*/ 119 h 393"/>
                <a:gd name="T26" fmla="*/ 818 w 1055"/>
                <a:gd name="T27" fmla="*/ 60 h 393"/>
                <a:gd name="T28" fmla="*/ 834 w 1055"/>
                <a:gd name="T29" fmla="*/ 0 h 393"/>
                <a:gd name="T30" fmla="*/ 775 w 1055"/>
                <a:gd name="T31" fmla="*/ 16 h 393"/>
                <a:gd name="T32" fmla="*/ 715 w 1055"/>
                <a:gd name="T33" fmla="*/ 32 h 393"/>
                <a:gd name="T34" fmla="*/ 744 w 1055"/>
                <a:gd name="T35" fmla="*/ 61 h 393"/>
                <a:gd name="T36" fmla="*/ 581 w 1055"/>
                <a:gd name="T37" fmla="*/ 224 h 393"/>
                <a:gd name="T38" fmla="*/ 415 w 1055"/>
                <a:gd name="T39" fmla="*/ 58 h 393"/>
                <a:gd name="T40" fmla="*/ 415 w 1055"/>
                <a:gd name="T41" fmla="*/ 58 h 393"/>
                <a:gd name="T42" fmla="*/ 415 w 1055"/>
                <a:gd name="T43" fmla="*/ 58 h 393"/>
                <a:gd name="T44" fmla="*/ 221 w 1055"/>
                <a:gd name="T45" fmla="*/ 252 h 393"/>
                <a:gd name="T46" fmla="*/ 250 w 1055"/>
                <a:gd name="T47" fmla="*/ 282 h 393"/>
                <a:gd name="T48" fmla="*/ 415 w 1055"/>
                <a:gd name="T49" fmla="*/ 116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5" h="393">
                  <a:moveTo>
                    <a:pt x="1031" y="346"/>
                  </a:moveTo>
                  <a:cubicBezTo>
                    <a:pt x="24" y="346"/>
                    <a:pt x="24" y="346"/>
                    <a:pt x="24" y="346"/>
                  </a:cubicBezTo>
                  <a:cubicBezTo>
                    <a:pt x="11" y="346"/>
                    <a:pt x="0" y="356"/>
                    <a:pt x="0" y="369"/>
                  </a:cubicBezTo>
                  <a:cubicBezTo>
                    <a:pt x="0" y="382"/>
                    <a:pt x="11" y="393"/>
                    <a:pt x="24" y="393"/>
                  </a:cubicBezTo>
                  <a:cubicBezTo>
                    <a:pt x="1031" y="393"/>
                    <a:pt x="1031" y="393"/>
                    <a:pt x="1031" y="393"/>
                  </a:cubicBezTo>
                  <a:cubicBezTo>
                    <a:pt x="1044" y="393"/>
                    <a:pt x="1055" y="382"/>
                    <a:pt x="1055" y="369"/>
                  </a:cubicBezTo>
                  <a:cubicBezTo>
                    <a:pt x="1055" y="356"/>
                    <a:pt x="1044" y="346"/>
                    <a:pt x="1031" y="346"/>
                  </a:cubicBezTo>
                  <a:close/>
                  <a:moveTo>
                    <a:pt x="415" y="116"/>
                  </a:moveTo>
                  <a:cubicBezTo>
                    <a:pt x="580" y="281"/>
                    <a:pt x="580" y="281"/>
                    <a:pt x="580" y="281"/>
                  </a:cubicBezTo>
                  <a:cubicBezTo>
                    <a:pt x="580" y="281"/>
                    <a:pt x="580" y="281"/>
                    <a:pt x="580" y="281"/>
                  </a:cubicBezTo>
                  <a:cubicBezTo>
                    <a:pt x="581" y="282"/>
                    <a:pt x="581" y="282"/>
                    <a:pt x="581" y="282"/>
                  </a:cubicBezTo>
                  <a:cubicBezTo>
                    <a:pt x="773" y="90"/>
                    <a:pt x="773" y="90"/>
                    <a:pt x="773" y="90"/>
                  </a:cubicBezTo>
                  <a:cubicBezTo>
                    <a:pt x="803" y="119"/>
                    <a:pt x="803" y="119"/>
                    <a:pt x="803" y="119"/>
                  </a:cubicBezTo>
                  <a:cubicBezTo>
                    <a:pt x="818" y="60"/>
                    <a:pt x="818" y="60"/>
                    <a:pt x="818" y="60"/>
                  </a:cubicBezTo>
                  <a:cubicBezTo>
                    <a:pt x="834" y="0"/>
                    <a:pt x="834" y="0"/>
                    <a:pt x="834" y="0"/>
                  </a:cubicBezTo>
                  <a:cubicBezTo>
                    <a:pt x="775" y="16"/>
                    <a:pt x="775" y="16"/>
                    <a:pt x="775" y="16"/>
                  </a:cubicBezTo>
                  <a:cubicBezTo>
                    <a:pt x="715" y="32"/>
                    <a:pt x="715" y="32"/>
                    <a:pt x="715" y="32"/>
                  </a:cubicBezTo>
                  <a:cubicBezTo>
                    <a:pt x="744" y="61"/>
                    <a:pt x="744" y="61"/>
                    <a:pt x="744" y="61"/>
                  </a:cubicBezTo>
                  <a:cubicBezTo>
                    <a:pt x="581" y="224"/>
                    <a:pt x="581" y="224"/>
                    <a:pt x="581" y="224"/>
                  </a:cubicBezTo>
                  <a:cubicBezTo>
                    <a:pt x="415" y="58"/>
                    <a:pt x="415" y="58"/>
                    <a:pt x="415" y="58"/>
                  </a:cubicBezTo>
                  <a:cubicBezTo>
                    <a:pt x="415" y="58"/>
                    <a:pt x="415" y="58"/>
                    <a:pt x="415" y="58"/>
                  </a:cubicBezTo>
                  <a:cubicBezTo>
                    <a:pt x="415" y="58"/>
                    <a:pt x="415" y="58"/>
                    <a:pt x="415" y="58"/>
                  </a:cubicBezTo>
                  <a:cubicBezTo>
                    <a:pt x="221" y="252"/>
                    <a:pt x="221" y="252"/>
                    <a:pt x="221" y="252"/>
                  </a:cubicBezTo>
                  <a:cubicBezTo>
                    <a:pt x="250" y="282"/>
                    <a:pt x="250" y="282"/>
                    <a:pt x="250" y="282"/>
                  </a:cubicBezTo>
                  <a:lnTo>
                    <a:pt x="415" y="1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grpSp>
          <p:nvGrpSpPr>
            <p:cNvPr id="10" name="Group 9"/>
            <p:cNvGrpSpPr/>
            <p:nvPr/>
          </p:nvGrpSpPr>
          <p:grpSpPr>
            <a:xfrm>
              <a:off x="2613554" y="1946275"/>
              <a:ext cx="720725" cy="723900"/>
              <a:chOff x="-434975" y="4682808"/>
              <a:chExt cx="720725" cy="723900"/>
            </a:xfrm>
          </p:grpSpPr>
          <p:sp>
            <p:nvSpPr>
              <p:cNvPr id="11" name="Oval 35"/>
              <p:cNvSpPr>
                <a:spLocks noChangeArrowheads="1"/>
              </p:cNvSpPr>
              <p:nvPr/>
            </p:nvSpPr>
            <p:spPr bwMode="auto">
              <a:xfrm>
                <a:off x="-434975" y="4682808"/>
                <a:ext cx="720725" cy="723900"/>
              </a:xfrm>
              <a:prstGeom prst="ellipse">
                <a:avLst/>
              </a:prstGeom>
              <a:noFill/>
              <a:ln w="30163"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12" name="Line 36"/>
              <p:cNvSpPr>
                <a:spLocks noChangeShapeType="1"/>
              </p:cNvSpPr>
              <p:nvPr/>
            </p:nvSpPr>
            <p:spPr bwMode="auto">
              <a:xfrm>
                <a:off x="-307975" y="5140008"/>
                <a:ext cx="465138" cy="0"/>
              </a:xfrm>
              <a:prstGeom prst="line">
                <a:avLst/>
              </a:prstGeom>
              <a:noFill/>
              <a:ln w="15875"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13" name="Freeform 37"/>
              <p:cNvSpPr>
                <a:spLocks/>
              </p:cNvSpPr>
              <p:nvPr/>
            </p:nvSpPr>
            <p:spPr bwMode="auto">
              <a:xfrm>
                <a:off x="-280987" y="4952683"/>
                <a:ext cx="382588" cy="153987"/>
              </a:xfrm>
              <a:custGeom>
                <a:avLst/>
                <a:gdLst>
                  <a:gd name="T0" fmla="*/ 241 w 241"/>
                  <a:gd name="T1" fmla="*/ 19 h 97"/>
                  <a:gd name="T2" fmla="*/ 172 w 241"/>
                  <a:gd name="T3" fmla="*/ 97 h 97"/>
                  <a:gd name="T4" fmla="*/ 87 w 241"/>
                  <a:gd name="T5" fmla="*/ 0 h 97"/>
                  <a:gd name="T6" fmla="*/ 0 w 241"/>
                  <a:gd name="T7" fmla="*/ 97 h 97"/>
                </a:gdLst>
                <a:ahLst/>
                <a:cxnLst>
                  <a:cxn ang="0">
                    <a:pos x="T0" y="T1"/>
                  </a:cxn>
                  <a:cxn ang="0">
                    <a:pos x="T2" y="T3"/>
                  </a:cxn>
                  <a:cxn ang="0">
                    <a:pos x="T4" y="T5"/>
                  </a:cxn>
                  <a:cxn ang="0">
                    <a:pos x="T6" y="T7"/>
                  </a:cxn>
                </a:cxnLst>
                <a:rect l="0" t="0" r="r" b="b"/>
                <a:pathLst>
                  <a:path w="241" h="97">
                    <a:moveTo>
                      <a:pt x="241" y="19"/>
                    </a:moveTo>
                    <a:lnTo>
                      <a:pt x="172" y="97"/>
                    </a:lnTo>
                    <a:lnTo>
                      <a:pt x="87" y="0"/>
                    </a:lnTo>
                    <a:lnTo>
                      <a:pt x="0" y="97"/>
                    </a:lnTo>
                  </a:path>
                </a:pathLst>
              </a:custGeom>
              <a:noFill/>
              <a:ln w="15875"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14" name="Freeform 38"/>
              <p:cNvSpPr>
                <a:spLocks/>
              </p:cNvSpPr>
              <p:nvPr/>
            </p:nvSpPr>
            <p:spPr bwMode="auto">
              <a:xfrm>
                <a:off x="74613" y="4952683"/>
                <a:ext cx="57150" cy="55562"/>
              </a:xfrm>
              <a:custGeom>
                <a:avLst/>
                <a:gdLst>
                  <a:gd name="T0" fmla="*/ 0 w 36"/>
                  <a:gd name="T1" fmla="*/ 12 h 35"/>
                  <a:gd name="T2" fmla="*/ 36 w 36"/>
                  <a:gd name="T3" fmla="*/ 0 h 35"/>
                  <a:gd name="T4" fmla="*/ 29 w 36"/>
                  <a:gd name="T5" fmla="*/ 35 h 35"/>
                  <a:gd name="T6" fmla="*/ 0 w 36"/>
                  <a:gd name="T7" fmla="*/ 12 h 35"/>
                </a:gdLst>
                <a:ahLst/>
                <a:cxnLst>
                  <a:cxn ang="0">
                    <a:pos x="T0" y="T1"/>
                  </a:cxn>
                  <a:cxn ang="0">
                    <a:pos x="T2" y="T3"/>
                  </a:cxn>
                  <a:cxn ang="0">
                    <a:pos x="T4" y="T5"/>
                  </a:cxn>
                  <a:cxn ang="0">
                    <a:pos x="T6" y="T7"/>
                  </a:cxn>
                </a:cxnLst>
                <a:rect l="0" t="0" r="r" b="b"/>
                <a:pathLst>
                  <a:path w="36" h="35">
                    <a:moveTo>
                      <a:pt x="0" y="12"/>
                    </a:moveTo>
                    <a:lnTo>
                      <a:pt x="36" y="0"/>
                    </a:lnTo>
                    <a:lnTo>
                      <a:pt x="29" y="35"/>
                    </a:lnTo>
                    <a:lnTo>
                      <a:pt x="0" y="12"/>
                    </a:lnTo>
                    <a:close/>
                  </a:path>
                </a:pathLst>
              </a:custGeom>
              <a:solidFill>
                <a:schemeClr val="accent1"/>
              </a:solid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grpSp>
      </p:grpSp>
      <p:grpSp>
        <p:nvGrpSpPr>
          <p:cNvPr id="15" name="Group 14"/>
          <p:cNvGrpSpPr/>
          <p:nvPr userDrawn="1"/>
        </p:nvGrpSpPr>
        <p:grpSpPr>
          <a:xfrm>
            <a:off x="9004300" y="1946275"/>
            <a:ext cx="965200" cy="723900"/>
            <a:chOff x="3970338" y="5140325"/>
            <a:chExt cx="723900" cy="723900"/>
          </a:xfrm>
        </p:grpSpPr>
        <p:sp>
          <p:nvSpPr>
            <p:cNvPr id="16" name="Oval 66"/>
            <p:cNvSpPr>
              <a:spLocks noChangeArrowheads="1"/>
            </p:cNvSpPr>
            <p:nvPr/>
          </p:nvSpPr>
          <p:spPr bwMode="auto">
            <a:xfrm>
              <a:off x="3970338" y="5140325"/>
              <a:ext cx="723900" cy="723900"/>
            </a:xfrm>
            <a:prstGeom prst="ellipse">
              <a:avLst/>
            </a:prstGeom>
            <a:noFill/>
            <a:ln w="30163" cap="flat">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17" name="Freeform 67"/>
            <p:cNvSpPr>
              <a:spLocks/>
            </p:cNvSpPr>
            <p:nvPr/>
          </p:nvSpPr>
          <p:spPr bwMode="auto">
            <a:xfrm>
              <a:off x="4113213" y="5311775"/>
              <a:ext cx="434975" cy="365125"/>
            </a:xfrm>
            <a:custGeom>
              <a:avLst/>
              <a:gdLst>
                <a:gd name="T0" fmla="*/ 58 w 116"/>
                <a:gd name="T1" fmla="*/ 0 h 97"/>
                <a:gd name="T2" fmla="*/ 0 w 116"/>
                <a:gd name="T3" fmla="*/ 46 h 97"/>
                <a:gd name="T4" fmla="*/ 11 w 116"/>
                <a:gd name="T5" fmla="*/ 73 h 97"/>
                <a:gd name="T6" fmla="*/ 0 w 116"/>
                <a:gd name="T7" fmla="*/ 97 h 97"/>
                <a:gd name="T8" fmla="*/ 31 w 116"/>
                <a:gd name="T9" fmla="*/ 87 h 97"/>
                <a:gd name="T10" fmla="*/ 58 w 116"/>
                <a:gd name="T11" fmla="*/ 93 h 97"/>
                <a:gd name="T12" fmla="*/ 116 w 116"/>
                <a:gd name="T13" fmla="*/ 46 h 97"/>
                <a:gd name="T14" fmla="*/ 58 w 116"/>
                <a:gd name="T15" fmla="*/ 0 h 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97">
                  <a:moveTo>
                    <a:pt x="58" y="0"/>
                  </a:moveTo>
                  <a:cubicBezTo>
                    <a:pt x="26" y="0"/>
                    <a:pt x="0" y="21"/>
                    <a:pt x="0" y="46"/>
                  </a:cubicBezTo>
                  <a:cubicBezTo>
                    <a:pt x="0" y="56"/>
                    <a:pt x="4" y="66"/>
                    <a:pt x="11" y="73"/>
                  </a:cubicBezTo>
                  <a:cubicBezTo>
                    <a:pt x="0" y="97"/>
                    <a:pt x="0" y="97"/>
                    <a:pt x="0" y="97"/>
                  </a:cubicBezTo>
                  <a:cubicBezTo>
                    <a:pt x="31" y="87"/>
                    <a:pt x="31" y="87"/>
                    <a:pt x="31" y="87"/>
                  </a:cubicBezTo>
                  <a:cubicBezTo>
                    <a:pt x="39" y="91"/>
                    <a:pt x="48" y="93"/>
                    <a:pt x="58" y="93"/>
                  </a:cubicBezTo>
                  <a:cubicBezTo>
                    <a:pt x="90" y="93"/>
                    <a:pt x="116" y="72"/>
                    <a:pt x="116" y="46"/>
                  </a:cubicBezTo>
                  <a:cubicBezTo>
                    <a:pt x="116" y="21"/>
                    <a:pt x="90" y="0"/>
                    <a:pt x="58" y="0"/>
                  </a:cubicBezTo>
                  <a:close/>
                </a:path>
              </a:pathLst>
            </a:custGeom>
            <a:noFill/>
            <a:ln w="14288" cap="flat">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grpSp>
      <p:grpSp>
        <p:nvGrpSpPr>
          <p:cNvPr id="18" name="Group 17"/>
          <p:cNvGrpSpPr/>
          <p:nvPr userDrawn="1"/>
        </p:nvGrpSpPr>
        <p:grpSpPr>
          <a:xfrm>
            <a:off x="6249811" y="1946275"/>
            <a:ext cx="965200" cy="723900"/>
            <a:chOff x="3965575" y="5951538"/>
            <a:chExt cx="723900" cy="723900"/>
          </a:xfrm>
        </p:grpSpPr>
        <p:sp>
          <p:nvSpPr>
            <p:cNvPr id="21" name="Oval 72"/>
            <p:cNvSpPr>
              <a:spLocks noChangeArrowheads="1"/>
            </p:cNvSpPr>
            <p:nvPr/>
          </p:nvSpPr>
          <p:spPr bwMode="auto">
            <a:xfrm>
              <a:off x="3965575" y="5951538"/>
              <a:ext cx="723900" cy="723900"/>
            </a:xfrm>
            <a:prstGeom prst="ellipse">
              <a:avLst/>
            </a:prstGeom>
            <a:noFill/>
            <a:ln w="30163" cap="flat">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22" name="Rectangle 73"/>
            <p:cNvSpPr>
              <a:spLocks noChangeArrowheads="1"/>
            </p:cNvSpPr>
            <p:nvPr/>
          </p:nvSpPr>
          <p:spPr bwMode="auto">
            <a:xfrm>
              <a:off x="4133850" y="6105525"/>
              <a:ext cx="184150" cy="412750"/>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23" name="Rectangle 74"/>
            <p:cNvSpPr>
              <a:spLocks noChangeArrowheads="1"/>
            </p:cNvSpPr>
            <p:nvPr/>
          </p:nvSpPr>
          <p:spPr bwMode="auto">
            <a:xfrm>
              <a:off x="4168775" y="6138863"/>
              <a:ext cx="47625"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24" name="Rectangle 75"/>
            <p:cNvSpPr>
              <a:spLocks noChangeArrowheads="1"/>
            </p:cNvSpPr>
            <p:nvPr/>
          </p:nvSpPr>
          <p:spPr bwMode="auto">
            <a:xfrm>
              <a:off x="4238625" y="6138863"/>
              <a:ext cx="46037"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25" name="Rectangle 76"/>
            <p:cNvSpPr>
              <a:spLocks noChangeArrowheads="1"/>
            </p:cNvSpPr>
            <p:nvPr/>
          </p:nvSpPr>
          <p:spPr bwMode="auto">
            <a:xfrm>
              <a:off x="4168775" y="6221413"/>
              <a:ext cx="47625"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26" name="Rectangle 77"/>
            <p:cNvSpPr>
              <a:spLocks noChangeArrowheads="1"/>
            </p:cNvSpPr>
            <p:nvPr/>
          </p:nvSpPr>
          <p:spPr bwMode="auto">
            <a:xfrm>
              <a:off x="4238625" y="6221413"/>
              <a:ext cx="46037"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31" name="Rectangle 78"/>
            <p:cNvSpPr>
              <a:spLocks noChangeArrowheads="1"/>
            </p:cNvSpPr>
            <p:nvPr/>
          </p:nvSpPr>
          <p:spPr bwMode="auto">
            <a:xfrm>
              <a:off x="4168775" y="6300788"/>
              <a:ext cx="47625" cy="47625"/>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32" name="Rectangle 79"/>
            <p:cNvSpPr>
              <a:spLocks noChangeArrowheads="1"/>
            </p:cNvSpPr>
            <p:nvPr/>
          </p:nvSpPr>
          <p:spPr bwMode="auto">
            <a:xfrm>
              <a:off x="4238625" y="6300788"/>
              <a:ext cx="46037" cy="47625"/>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33" name="Rectangle 80"/>
            <p:cNvSpPr>
              <a:spLocks noChangeArrowheads="1"/>
            </p:cNvSpPr>
            <p:nvPr/>
          </p:nvSpPr>
          <p:spPr bwMode="auto">
            <a:xfrm>
              <a:off x="4168775" y="6378575"/>
              <a:ext cx="47625"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34" name="Rectangle 81"/>
            <p:cNvSpPr>
              <a:spLocks noChangeArrowheads="1"/>
            </p:cNvSpPr>
            <p:nvPr/>
          </p:nvSpPr>
          <p:spPr bwMode="auto">
            <a:xfrm>
              <a:off x="4238625" y="6378575"/>
              <a:ext cx="46037"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35" name="Rectangle 82"/>
            <p:cNvSpPr>
              <a:spLocks noChangeArrowheads="1"/>
            </p:cNvSpPr>
            <p:nvPr/>
          </p:nvSpPr>
          <p:spPr bwMode="auto">
            <a:xfrm>
              <a:off x="4210050" y="6461125"/>
              <a:ext cx="36512" cy="57150"/>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36" name="Rectangle 83"/>
            <p:cNvSpPr>
              <a:spLocks noChangeArrowheads="1"/>
            </p:cNvSpPr>
            <p:nvPr/>
          </p:nvSpPr>
          <p:spPr bwMode="auto">
            <a:xfrm>
              <a:off x="4337050" y="6180138"/>
              <a:ext cx="179387" cy="338137"/>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37" name="Rectangle 84"/>
            <p:cNvSpPr>
              <a:spLocks noChangeArrowheads="1"/>
            </p:cNvSpPr>
            <p:nvPr/>
          </p:nvSpPr>
          <p:spPr bwMode="auto">
            <a:xfrm>
              <a:off x="4367213" y="6221413"/>
              <a:ext cx="49212"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38" name="Rectangle 85"/>
            <p:cNvSpPr>
              <a:spLocks noChangeArrowheads="1"/>
            </p:cNvSpPr>
            <p:nvPr/>
          </p:nvSpPr>
          <p:spPr bwMode="auto">
            <a:xfrm>
              <a:off x="4438650" y="6221413"/>
              <a:ext cx="47625"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39" name="Rectangle 86"/>
            <p:cNvSpPr>
              <a:spLocks noChangeArrowheads="1"/>
            </p:cNvSpPr>
            <p:nvPr/>
          </p:nvSpPr>
          <p:spPr bwMode="auto">
            <a:xfrm>
              <a:off x="4367213" y="6300788"/>
              <a:ext cx="49212" cy="47625"/>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40" name="Rectangle 87"/>
            <p:cNvSpPr>
              <a:spLocks noChangeArrowheads="1"/>
            </p:cNvSpPr>
            <p:nvPr/>
          </p:nvSpPr>
          <p:spPr bwMode="auto">
            <a:xfrm>
              <a:off x="4438650" y="6300788"/>
              <a:ext cx="47625" cy="47625"/>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41" name="Rectangle 88"/>
            <p:cNvSpPr>
              <a:spLocks noChangeArrowheads="1"/>
            </p:cNvSpPr>
            <p:nvPr/>
          </p:nvSpPr>
          <p:spPr bwMode="auto">
            <a:xfrm>
              <a:off x="4367213" y="6378575"/>
              <a:ext cx="49212"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42" name="Rectangle 89"/>
            <p:cNvSpPr>
              <a:spLocks noChangeArrowheads="1"/>
            </p:cNvSpPr>
            <p:nvPr/>
          </p:nvSpPr>
          <p:spPr bwMode="auto">
            <a:xfrm>
              <a:off x="4438650" y="6378575"/>
              <a:ext cx="47625"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43" name="Rectangle 90"/>
            <p:cNvSpPr>
              <a:spLocks noChangeArrowheads="1"/>
            </p:cNvSpPr>
            <p:nvPr/>
          </p:nvSpPr>
          <p:spPr bwMode="auto">
            <a:xfrm>
              <a:off x="4408488" y="6461125"/>
              <a:ext cx="36512" cy="57150"/>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grpSp>
      <p:grpSp>
        <p:nvGrpSpPr>
          <p:cNvPr id="44" name="Group 43"/>
          <p:cNvGrpSpPr/>
          <p:nvPr userDrawn="1"/>
        </p:nvGrpSpPr>
        <p:grpSpPr>
          <a:xfrm>
            <a:off x="719667" y="1946275"/>
            <a:ext cx="960967" cy="723900"/>
            <a:chOff x="3353329" y="5382578"/>
            <a:chExt cx="720725" cy="723900"/>
          </a:xfrm>
        </p:grpSpPr>
        <p:sp>
          <p:nvSpPr>
            <p:cNvPr id="45" name="Oval 95"/>
            <p:cNvSpPr>
              <a:spLocks noChangeArrowheads="1"/>
            </p:cNvSpPr>
            <p:nvPr/>
          </p:nvSpPr>
          <p:spPr bwMode="auto">
            <a:xfrm>
              <a:off x="3353329" y="5382578"/>
              <a:ext cx="720725" cy="723900"/>
            </a:xfrm>
            <a:prstGeom prst="ellipse">
              <a:avLst/>
            </a:prstGeom>
            <a:noFill/>
            <a:ln w="30163" cap="flat">
              <a:solidFill>
                <a:srgbClr val="0393B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46" name="Freeform 96"/>
            <p:cNvSpPr>
              <a:spLocks/>
            </p:cNvSpPr>
            <p:nvPr/>
          </p:nvSpPr>
          <p:spPr bwMode="auto">
            <a:xfrm>
              <a:off x="3578754" y="5528628"/>
              <a:ext cx="269875" cy="311150"/>
            </a:xfrm>
            <a:custGeom>
              <a:avLst/>
              <a:gdLst>
                <a:gd name="T0" fmla="*/ 72 w 72"/>
                <a:gd name="T1" fmla="*/ 36 h 83"/>
                <a:gd name="T2" fmla="*/ 36 w 72"/>
                <a:gd name="T3" fmla="*/ 0 h 83"/>
                <a:gd name="T4" fmla="*/ 0 w 72"/>
                <a:gd name="T5" fmla="*/ 36 h 83"/>
                <a:gd name="T6" fmla="*/ 15 w 72"/>
                <a:gd name="T7" fmla="*/ 65 h 83"/>
                <a:gd name="T8" fmla="*/ 15 w 72"/>
                <a:gd name="T9" fmla="*/ 83 h 83"/>
                <a:gd name="T10" fmla="*/ 57 w 72"/>
                <a:gd name="T11" fmla="*/ 73 h 83"/>
                <a:gd name="T12" fmla="*/ 57 w 72"/>
                <a:gd name="T13" fmla="*/ 65 h 83"/>
                <a:gd name="T14" fmla="*/ 72 w 72"/>
                <a:gd name="T15" fmla="*/ 36 h 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83">
                  <a:moveTo>
                    <a:pt x="72" y="36"/>
                  </a:moveTo>
                  <a:cubicBezTo>
                    <a:pt x="72" y="16"/>
                    <a:pt x="56" y="0"/>
                    <a:pt x="36" y="0"/>
                  </a:cubicBezTo>
                  <a:cubicBezTo>
                    <a:pt x="16" y="0"/>
                    <a:pt x="0" y="16"/>
                    <a:pt x="0" y="36"/>
                  </a:cubicBezTo>
                  <a:cubicBezTo>
                    <a:pt x="0" y="48"/>
                    <a:pt x="6" y="59"/>
                    <a:pt x="15" y="65"/>
                  </a:cubicBezTo>
                  <a:cubicBezTo>
                    <a:pt x="15" y="83"/>
                    <a:pt x="15" y="83"/>
                    <a:pt x="15" y="83"/>
                  </a:cubicBezTo>
                  <a:cubicBezTo>
                    <a:pt x="57" y="73"/>
                    <a:pt x="57" y="73"/>
                    <a:pt x="57" y="73"/>
                  </a:cubicBezTo>
                  <a:cubicBezTo>
                    <a:pt x="57" y="65"/>
                    <a:pt x="57" y="65"/>
                    <a:pt x="57" y="65"/>
                  </a:cubicBezTo>
                  <a:cubicBezTo>
                    <a:pt x="66" y="59"/>
                    <a:pt x="72" y="48"/>
                    <a:pt x="72" y="36"/>
                  </a:cubicBezTo>
                  <a:close/>
                </a:path>
              </a:pathLst>
            </a:custGeom>
            <a:noFill/>
            <a:ln w="14288" cap="flat">
              <a:solidFill>
                <a:srgbClr val="0393B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47" name="Freeform 97"/>
            <p:cNvSpPr>
              <a:spLocks/>
            </p:cNvSpPr>
            <p:nvPr/>
          </p:nvSpPr>
          <p:spPr bwMode="auto">
            <a:xfrm>
              <a:off x="3634317" y="5828665"/>
              <a:ext cx="157163" cy="71437"/>
            </a:xfrm>
            <a:custGeom>
              <a:avLst/>
              <a:gdLst>
                <a:gd name="T0" fmla="*/ 0 w 99"/>
                <a:gd name="T1" fmla="*/ 45 h 45"/>
                <a:gd name="T2" fmla="*/ 99 w 99"/>
                <a:gd name="T3" fmla="*/ 21 h 45"/>
                <a:gd name="T4" fmla="*/ 99 w 99"/>
                <a:gd name="T5" fmla="*/ 0 h 45"/>
                <a:gd name="T6" fmla="*/ 0 w 99"/>
                <a:gd name="T7" fmla="*/ 21 h 45"/>
                <a:gd name="T8" fmla="*/ 0 w 99"/>
                <a:gd name="T9" fmla="*/ 45 h 45"/>
              </a:gdLst>
              <a:ahLst/>
              <a:cxnLst>
                <a:cxn ang="0">
                  <a:pos x="T0" y="T1"/>
                </a:cxn>
                <a:cxn ang="0">
                  <a:pos x="T2" y="T3"/>
                </a:cxn>
                <a:cxn ang="0">
                  <a:pos x="T4" y="T5"/>
                </a:cxn>
                <a:cxn ang="0">
                  <a:pos x="T6" y="T7"/>
                </a:cxn>
                <a:cxn ang="0">
                  <a:pos x="T8" y="T9"/>
                </a:cxn>
              </a:cxnLst>
              <a:rect l="0" t="0" r="r" b="b"/>
              <a:pathLst>
                <a:path w="99" h="45">
                  <a:moveTo>
                    <a:pt x="0" y="45"/>
                  </a:moveTo>
                  <a:lnTo>
                    <a:pt x="99" y="21"/>
                  </a:lnTo>
                  <a:lnTo>
                    <a:pt x="99" y="0"/>
                  </a:lnTo>
                  <a:lnTo>
                    <a:pt x="0" y="21"/>
                  </a:lnTo>
                  <a:lnTo>
                    <a:pt x="0" y="45"/>
                  </a:lnTo>
                  <a:close/>
                </a:path>
              </a:pathLst>
            </a:custGeom>
            <a:noFill/>
            <a:ln w="14288" cap="flat">
              <a:solidFill>
                <a:srgbClr val="0393B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48" name="Freeform 98"/>
            <p:cNvSpPr>
              <a:spLocks/>
            </p:cNvSpPr>
            <p:nvPr/>
          </p:nvSpPr>
          <p:spPr bwMode="auto">
            <a:xfrm>
              <a:off x="3634317" y="5881053"/>
              <a:ext cx="157163" cy="74612"/>
            </a:xfrm>
            <a:custGeom>
              <a:avLst/>
              <a:gdLst>
                <a:gd name="T0" fmla="*/ 42 w 42"/>
                <a:gd name="T1" fmla="*/ 0 h 20"/>
                <a:gd name="T2" fmla="*/ 0 w 42"/>
                <a:gd name="T3" fmla="*/ 10 h 20"/>
                <a:gd name="T4" fmla="*/ 0 w 42"/>
                <a:gd name="T5" fmla="*/ 12 h 20"/>
                <a:gd name="T6" fmla="*/ 11 w 42"/>
                <a:gd name="T7" fmla="*/ 12 h 20"/>
                <a:gd name="T8" fmla="*/ 11 w 42"/>
                <a:gd name="T9" fmla="*/ 14 h 20"/>
                <a:gd name="T10" fmla="*/ 17 w 42"/>
                <a:gd name="T11" fmla="*/ 20 h 20"/>
                <a:gd name="T12" fmla="*/ 25 w 42"/>
                <a:gd name="T13" fmla="*/ 20 h 20"/>
                <a:gd name="T14" fmla="*/ 31 w 42"/>
                <a:gd name="T15" fmla="*/ 14 h 20"/>
                <a:gd name="T16" fmla="*/ 31 w 42"/>
                <a:gd name="T17" fmla="*/ 12 h 20"/>
                <a:gd name="T18" fmla="*/ 42 w 42"/>
                <a:gd name="T19" fmla="*/ 12 h 20"/>
                <a:gd name="T20" fmla="*/ 42 w 42"/>
                <a:gd name="T21"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20">
                  <a:moveTo>
                    <a:pt x="42" y="0"/>
                  </a:moveTo>
                  <a:cubicBezTo>
                    <a:pt x="0" y="10"/>
                    <a:pt x="0" y="10"/>
                    <a:pt x="0" y="10"/>
                  </a:cubicBezTo>
                  <a:cubicBezTo>
                    <a:pt x="0" y="12"/>
                    <a:pt x="0" y="12"/>
                    <a:pt x="0" y="12"/>
                  </a:cubicBezTo>
                  <a:cubicBezTo>
                    <a:pt x="11" y="12"/>
                    <a:pt x="11" y="12"/>
                    <a:pt x="11" y="12"/>
                  </a:cubicBezTo>
                  <a:cubicBezTo>
                    <a:pt x="11" y="13"/>
                    <a:pt x="11" y="13"/>
                    <a:pt x="11" y="14"/>
                  </a:cubicBezTo>
                  <a:cubicBezTo>
                    <a:pt x="11" y="17"/>
                    <a:pt x="13" y="20"/>
                    <a:pt x="17" y="20"/>
                  </a:cubicBezTo>
                  <a:cubicBezTo>
                    <a:pt x="25" y="20"/>
                    <a:pt x="25" y="20"/>
                    <a:pt x="25" y="20"/>
                  </a:cubicBezTo>
                  <a:cubicBezTo>
                    <a:pt x="28" y="20"/>
                    <a:pt x="31" y="17"/>
                    <a:pt x="31" y="14"/>
                  </a:cubicBezTo>
                  <a:cubicBezTo>
                    <a:pt x="31" y="13"/>
                    <a:pt x="31" y="13"/>
                    <a:pt x="31" y="12"/>
                  </a:cubicBezTo>
                  <a:cubicBezTo>
                    <a:pt x="42" y="12"/>
                    <a:pt x="42" y="12"/>
                    <a:pt x="42" y="12"/>
                  </a:cubicBezTo>
                  <a:lnTo>
                    <a:pt x="42" y="0"/>
                  </a:lnTo>
                  <a:close/>
                </a:path>
              </a:pathLst>
            </a:custGeom>
            <a:noFill/>
            <a:ln w="14288" cap="flat">
              <a:solidFill>
                <a:srgbClr val="0393B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sp>
          <p:nvSpPr>
            <p:cNvPr id="49" name="Freeform 99"/>
            <p:cNvSpPr>
              <a:spLocks/>
            </p:cNvSpPr>
            <p:nvPr/>
          </p:nvSpPr>
          <p:spPr bwMode="auto">
            <a:xfrm>
              <a:off x="3600979" y="5550853"/>
              <a:ext cx="112713" cy="112712"/>
            </a:xfrm>
            <a:custGeom>
              <a:avLst/>
              <a:gdLst>
                <a:gd name="T0" fmla="*/ 0 w 30"/>
                <a:gd name="T1" fmla="*/ 30 h 30"/>
                <a:gd name="T2" fmla="*/ 30 w 30"/>
                <a:gd name="T3" fmla="*/ 0 h 30"/>
              </a:gdLst>
              <a:ahLst/>
              <a:cxnLst>
                <a:cxn ang="0">
                  <a:pos x="T0" y="T1"/>
                </a:cxn>
                <a:cxn ang="0">
                  <a:pos x="T2" y="T3"/>
                </a:cxn>
              </a:cxnLst>
              <a:rect l="0" t="0" r="r" b="b"/>
              <a:pathLst>
                <a:path w="30" h="30">
                  <a:moveTo>
                    <a:pt x="0" y="30"/>
                  </a:moveTo>
                  <a:cubicBezTo>
                    <a:pt x="0" y="14"/>
                    <a:pt x="13" y="0"/>
                    <a:pt x="30" y="0"/>
                  </a:cubicBezTo>
                </a:path>
              </a:pathLst>
            </a:custGeom>
            <a:noFill/>
            <a:ln w="14288" cap="flat">
              <a:solidFill>
                <a:srgbClr val="0393B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54585A"/>
                </a:solidFill>
              </a:endParaRPr>
            </a:p>
          </p:txBody>
        </p:sp>
      </p:grpSp>
      <p:sp>
        <p:nvSpPr>
          <p:cNvPr id="51"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6"/>
                </a:solidFill>
                <a:latin typeface="Arial" pitchFamily="34" charset="0"/>
                <a:cs typeface="Arial" pitchFamily="34" charset="0"/>
              </a:defRPr>
            </a:lvl1pPr>
          </a:lstStyle>
          <a:p>
            <a:r>
              <a:rPr lang="en-US"/>
              <a:t>Click to edit Master title style</a:t>
            </a:r>
          </a:p>
        </p:txBody>
      </p:sp>
      <p:sp>
        <p:nvSpPr>
          <p:cNvPr id="52"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accent1"/>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8745226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12192000" cy="1453787"/>
          </a:xfrm>
          <a:prstGeom prst="rect">
            <a:avLst/>
          </a:prstGeom>
        </p:spPr>
      </p:pic>
      <p:sp>
        <p:nvSpPr>
          <p:cNvPr id="12" name="Freeform 11"/>
          <p:cNvSpPr/>
          <p:nvPr userDrawn="1"/>
        </p:nvSpPr>
        <p:spPr>
          <a:xfrm rot="1680000">
            <a:off x="-391153" y="-2677339"/>
            <a:ext cx="8257208" cy="5381997"/>
          </a:xfrm>
          <a:custGeom>
            <a:avLst/>
            <a:gdLst>
              <a:gd name="connsiteX0" fmla="*/ 0 w 431321"/>
              <a:gd name="connsiteY0" fmla="*/ 0 h 3278038"/>
              <a:gd name="connsiteX1" fmla="*/ 431321 w 431321"/>
              <a:gd name="connsiteY1" fmla="*/ 0 h 3278038"/>
              <a:gd name="connsiteX2" fmla="*/ 431321 w 431321"/>
              <a:gd name="connsiteY2" fmla="*/ 3278038 h 3278038"/>
              <a:gd name="connsiteX3" fmla="*/ 0 w 431321"/>
              <a:gd name="connsiteY3" fmla="*/ 3278038 h 3278038"/>
              <a:gd name="connsiteX4" fmla="*/ 0 w 431321"/>
              <a:gd name="connsiteY4" fmla="*/ 0 h 3278038"/>
              <a:gd name="connsiteX0" fmla="*/ 0 w 1952909"/>
              <a:gd name="connsiteY0" fmla="*/ 1033753 h 3278038"/>
              <a:gd name="connsiteX1" fmla="*/ 1952909 w 1952909"/>
              <a:gd name="connsiteY1" fmla="*/ 0 h 3278038"/>
              <a:gd name="connsiteX2" fmla="*/ 1952909 w 1952909"/>
              <a:gd name="connsiteY2" fmla="*/ 3278038 h 3278038"/>
              <a:gd name="connsiteX3" fmla="*/ 1521588 w 1952909"/>
              <a:gd name="connsiteY3" fmla="*/ 3278038 h 3278038"/>
              <a:gd name="connsiteX4" fmla="*/ 0 w 1952909"/>
              <a:gd name="connsiteY4" fmla="*/ 1033753 h 3278038"/>
              <a:gd name="connsiteX0" fmla="*/ 0 w 3541702"/>
              <a:gd name="connsiteY0" fmla="*/ 1888300 h 3278038"/>
              <a:gd name="connsiteX1" fmla="*/ 3541702 w 3541702"/>
              <a:gd name="connsiteY1" fmla="*/ 0 h 3278038"/>
              <a:gd name="connsiteX2" fmla="*/ 3541702 w 3541702"/>
              <a:gd name="connsiteY2" fmla="*/ 3278038 h 3278038"/>
              <a:gd name="connsiteX3" fmla="*/ 3110381 w 3541702"/>
              <a:gd name="connsiteY3" fmla="*/ 3278038 h 3278038"/>
              <a:gd name="connsiteX4" fmla="*/ 0 w 3541702"/>
              <a:gd name="connsiteY4" fmla="*/ 1888300 h 3278038"/>
              <a:gd name="connsiteX0" fmla="*/ 0 w 3541702"/>
              <a:gd name="connsiteY0" fmla="*/ 1888300 h 5723271"/>
              <a:gd name="connsiteX1" fmla="*/ 3541702 w 3541702"/>
              <a:gd name="connsiteY1" fmla="*/ 0 h 5723271"/>
              <a:gd name="connsiteX2" fmla="*/ 3541702 w 3541702"/>
              <a:gd name="connsiteY2" fmla="*/ 3278038 h 5723271"/>
              <a:gd name="connsiteX3" fmla="*/ 2039089 w 3541702"/>
              <a:gd name="connsiteY3" fmla="*/ 5723271 h 5723271"/>
              <a:gd name="connsiteX4" fmla="*/ 0 w 3541702"/>
              <a:gd name="connsiteY4" fmla="*/ 1888300 h 5723271"/>
              <a:gd name="connsiteX0" fmla="*/ 0 w 3541702"/>
              <a:gd name="connsiteY0" fmla="*/ 1888300 h 5723271"/>
              <a:gd name="connsiteX1" fmla="*/ 3541702 w 3541702"/>
              <a:gd name="connsiteY1" fmla="*/ 0 h 5723271"/>
              <a:gd name="connsiteX2" fmla="*/ 3530999 w 3541702"/>
              <a:gd name="connsiteY2" fmla="*/ 4930010 h 5723271"/>
              <a:gd name="connsiteX3" fmla="*/ 2039089 w 3541702"/>
              <a:gd name="connsiteY3" fmla="*/ 5723271 h 5723271"/>
              <a:gd name="connsiteX4" fmla="*/ 0 w 3541702"/>
              <a:gd name="connsiteY4" fmla="*/ 1888300 h 5723271"/>
              <a:gd name="connsiteX0" fmla="*/ 0 w 5020365"/>
              <a:gd name="connsiteY0" fmla="*/ 2673844 h 5723271"/>
              <a:gd name="connsiteX1" fmla="*/ 5020365 w 5020365"/>
              <a:gd name="connsiteY1" fmla="*/ 0 h 5723271"/>
              <a:gd name="connsiteX2" fmla="*/ 5009662 w 5020365"/>
              <a:gd name="connsiteY2" fmla="*/ 4930010 h 5723271"/>
              <a:gd name="connsiteX3" fmla="*/ 3517752 w 5020365"/>
              <a:gd name="connsiteY3" fmla="*/ 5723271 h 5723271"/>
              <a:gd name="connsiteX4" fmla="*/ 0 w 5020365"/>
              <a:gd name="connsiteY4" fmla="*/ 2673844 h 5723271"/>
              <a:gd name="connsiteX0" fmla="*/ 0 w 5020365"/>
              <a:gd name="connsiteY0" fmla="*/ 2673844 h 7012041"/>
              <a:gd name="connsiteX1" fmla="*/ 5020365 w 5020365"/>
              <a:gd name="connsiteY1" fmla="*/ 0 h 7012041"/>
              <a:gd name="connsiteX2" fmla="*/ 5009662 w 5020365"/>
              <a:gd name="connsiteY2" fmla="*/ 4930010 h 7012041"/>
              <a:gd name="connsiteX3" fmla="*/ 2306660 w 5020365"/>
              <a:gd name="connsiteY3" fmla="*/ 7012041 h 7012041"/>
              <a:gd name="connsiteX4" fmla="*/ 0 w 5020365"/>
              <a:gd name="connsiteY4" fmla="*/ 2673844 h 7012041"/>
              <a:gd name="connsiteX0" fmla="*/ 0 w 5021554"/>
              <a:gd name="connsiteY0" fmla="*/ 2673844 h 7012041"/>
              <a:gd name="connsiteX1" fmla="*/ 5020365 w 5021554"/>
              <a:gd name="connsiteY1" fmla="*/ 0 h 7012041"/>
              <a:gd name="connsiteX2" fmla="*/ 5017986 w 5021554"/>
              <a:gd name="connsiteY2" fmla="*/ 5570404 h 7012041"/>
              <a:gd name="connsiteX3" fmla="*/ 2306660 w 5021554"/>
              <a:gd name="connsiteY3" fmla="*/ 7012041 h 7012041"/>
              <a:gd name="connsiteX4" fmla="*/ 0 w 5021554"/>
              <a:gd name="connsiteY4" fmla="*/ 2673844 h 7012041"/>
              <a:gd name="connsiteX0" fmla="*/ 0 w 5020365"/>
              <a:gd name="connsiteY0" fmla="*/ 2673844 h 7012041"/>
              <a:gd name="connsiteX1" fmla="*/ 5020365 w 5020365"/>
              <a:gd name="connsiteY1" fmla="*/ 0 h 7012041"/>
              <a:gd name="connsiteX2" fmla="*/ 5013706 w 5020365"/>
              <a:gd name="connsiteY2" fmla="*/ 2526944 h 7012041"/>
              <a:gd name="connsiteX3" fmla="*/ 2306660 w 5020365"/>
              <a:gd name="connsiteY3" fmla="*/ 7012041 h 7012041"/>
              <a:gd name="connsiteX4" fmla="*/ 0 w 5020365"/>
              <a:gd name="connsiteY4" fmla="*/ 2673844 h 7012041"/>
              <a:gd name="connsiteX0" fmla="*/ 0 w 5020365"/>
              <a:gd name="connsiteY0" fmla="*/ 2673844 h 4637596"/>
              <a:gd name="connsiteX1" fmla="*/ 5020365 w 5020365"/>
              <a:gd name="connsiteY1" fmla="*/ 0 h 4637596"/>
              <a:gd name="connsiteX2" fmla="*/ 5013706 w 5020365"/>
              <a:gd name="connsiteY2" fmla="*/ 2526944 h 4637596"/>
              <a:gd name="connsiteX3" fmla="*/ 1044146 w 5020365"/>
              <a:gd name="connsiteY3" fmla="*/ 4637596 h 4637596"/>
              <a:gd name="connsiteX4" fmla="*/ 0 w 5020365"/>
              <a:gd name="connsiteY4" fmla="*/ 2673844 h 4637596"/>
              <a:gd name="connsiteX0" fmla="*/ 0 w 5834378"/>
              <a:gd name="connsiteY0" fmla="*/ 3106662 h 4637596"/>
              <a:gd name="connsiteX1" fmla="*/ 5834378 w 5834378"/>
              <a:gd name="connsiteY1" fmla="*/ 0 h 4637596"/>
              <a:gd name="connsiteX2" fmla="*/ 5827719 w 5834378"/>
              <a:gd name="connsiteY2" fmla="*/ 2526944 h 4637596"/>
              <a:gd name="connsiteX3" fmla="*/ 1858159 w 5834378"/>
              <a:gd name="connsiteY3" fmla="*/ 4637596 h 4637596"/>
              <a:gd name="connsiteX4" fmla="*/ 0 w 5834378"/>
              <a:gd name="connsiteY4" fmla="*/ 3106662 h 4637596"/>
              <a:gd name="connsiteX0" fmla="*/ 0 w 5834378"/>
              <a:gd name="connsiteY0" fmla="*/ 3106662 h 5070415"/>
              <a:gd name="connsiteX1" fmla="*/ 5834378 w 5834378"/>
              <a:gd name="connsiteY1" fmla="*/ 0 h 5070415"/>
              <a:gd name="connsiteX2" fmla="*/ 5827719 w 5834378"/>
              <a:gd name="connsiteY2" fmla="*/ 2526944 h 5070415"/>
              <a:gd name="connsiteX3" fmla="*/ 1044143 w 5834378"/>
              <a:gd name="connsiteY3" fmla="*/ 5070415 h 5070415"/>
              <a:gd name="connsiteX4" fmla="*/ 0 w 5834378"/>
              <a:gd name="connsiteY4" fmla="*/ 3106662 h 5070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34378" h="5070415">
                <a:moveTo>
                  <a:pt x="0" y="3106662"/>
                </a:moveTo>
                <a:lnTo>
                  <a:pt x="5834378" y="0"/>
                </a:lnTo>
                <a:cubicBezTo>
                  <a:pt x="5830810" y="1643337"/>
                  <a:pt x="5831287" y="883607"/>
                  <a:pt x="5827719" y="2526944"/>
                </a:cubicBezTo>
                <a:lnTo>
                  <a:pt x="1044143" y="5070415"/>
                </a:lnTo>
                <a:lnTo>
                  <a:pt x="0" y="3106662"/>
                </a:lnTo>
                <a:close/>
              </a:path>
            </a:pathLst>
          </a:custGeom>
          <a:solidFill>
            <a:srgbClr val="0093B2">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E4002B"/>
              </a:solidFill>
            </a:endParaRPr>
          </a:p>
        </p:txBody>
      </p:sp>
      <p:pic>
        <p:nvPicPr>
          <p:cNvPr id="14" name="Picture 13"/>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939190" y="-584563"/>
            <a:ext cx="1922143" cy="2038350"/>
          </a:xfrm>
          <a:prstGeom prst="rect">
            <a:avLst/>
          </a:prstGeom>
        </p:spPr>
      </p:pic>
      <p:sp>
        <p:nvSpPr>
          <p:cNvPr id="2" name="Title 1"/>
          <p:cNvSpPr>
            <a:spLocks noGrp="1"/>
          </p:cNvSpPr>
          <p:nvPr>
            <p:ph type="ctrTitle"/>
          </p:nvPr>
        </p:nvSpPr>
        <p:spPr>
          <a:xfrm>
            <a:off x="1896534" y="483691"/>
            <a:ext cx="8235951" cy="377825"/>
          </a:xfrm>
          <a:prstGeom prst="rect">
            <a:avLst/>
          </a:prstGeom>
        </p:spPr>
        <p:txBody>
          <a:bodyPr lIns="0" tIns="0" rIns="0" bIns="0" anchor="t"/>
          <a:lstStyle>
            <a:lvl1pPr algn="l">
              <a:defRPr sz="2400">
                <a:solidFill>
                  <a:srgbClr val="FFFFFF"/>
                </a:solidFill>
                <a:latin typeface="Arial" pitchFamily="34" charset="0"/>
                <a:cs typeface="Arial" pitchFamily="34" charset="0"/>
              </a:defRPr>
            </a:lvl1pPr>
          </a:lstStyle>
          <a:p>
            <a:r>
              <a:rPr lang="en-US"/>
              <a:t>Click to edit Master title style</a:t>
            </a:r>
          </a:p>
        </p:txBody>
      </p:sp>
      <p:sp>
        <p:nvSpPr>
          <p:cNvPr id="13" name="Text Placeholder 11"/>
          <p:cNvSpPr>
            <a:spLocks noGrp="1"/>
          </p:cNvSpPr>
          <p:nvPr>
            <p:ph type="body" sz="quarter" idx="12"/>
          </p:nvPr>
        </p:nvSpPr>
        <p:spPr>
          <a:xfrm>
            <a:off x="1887435" y="806925"/>
            <a:ext cx="8235951" cy="409575"/>
          </a:xfrm>
          <a:prstGeom prst="rect">
            <a:avLst/>
          </a:prstGeom>
        </p:spPr>
        <p:txBody>
          <a:bodyPr lIns="0" tIns="0" rIns="0" bIns="0" anchor="ctr"/>
          <a:lstStyle>
            <a:lvl1pPr>
              <a:buNone/>
              <a:defRPr sz="2000">
                <a:solidFill>
                  <a:srgbClr val="FFFFFF"/>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
        <p:nvSpPr>
          <p:cNvPr id="9" name="Text Placeholder 9"/>
          <p:cNvSpPr>
            <a:spLocks noGrp="1"/>
          </p:cNvSpPr>
          <p:nvPr>
            <p:ph type="body" sz="quarter" idx="10"/>
          </p:nvPr>
        </p:nvSpPr>
        <p:spPr>
          <a:xfrm>
            <a:off x="601132" y="1944688"/>
            <a:ext cx="10960104" cy="4448175"/>
          </a:xfrm>
          <a:prstGeom prst="rect">
            <a:avLst/>
          </a:prstGeom>
        </p:spPr>
        <p:txBody>
          <a:bodyPr lIns="0" tIns="0" rIns="0" bIns="0"/>
          <a:lstStyle>
            <a:lvl1pPr marL="228600" indent="-228600">
              <a:buNone/>
              <a:defRPr sz="1600">
                <a:solidFill>
                  <a:srgbClr val="54585A"/>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rgbClr val="54585A"/>
                </a:solidFill>
              </a:defRPr>
            </a:lvl1pPr>
          </a:lstStyle>
          <a:p>
            <a:fld id="{DE488CFA-37C6-4C61-B902-282616E40EAF}" type="slidenum">
              <a:rPr lang="en-US" smtClean="0"/>
              <a:pPr/>
              <a:t>‹#›</a:t>
            </a:fld>
            <a:endParaRPr lang="en-US" dirty="0"/>
          </a:p>
        </p:txBody>
      </p:sp>
      <p:pic>
        <p:nvPicPr>
          <p:cNvPr id="15" name="Picture 14"/>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39233" y="550997"/>
            <a:ext cx="745068" cy="558801"/>
          </a:xfrm>
          <a:prstGeom prst="rect">
            <a:avLst/>
          </a:prstGeom>
        </p:spPr>
      </p:pic>
    </p:spTree>
    <p:extLst>
      <p:ext uri="{BB962C8B-B14F-4D97-AF65-F5344CB8AC3E}">
        <p14:creationId xmlns:p14="http://schemas.microsoft.com/office/powerpoint/2010/main" val="328714572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rgbClr val="54585A"/>
                </a:solidFill>
              </a:defRPr>
            </a:lvl1pPr>
          </a:lstStyle>
          <a:p>
            <a:fld id="{DE488CFA-37C6-4C61-B902-282616E40EAF}" type="slidenum">
              <a:rPr lang="en-US" smtClean="0"/>
              <a:pPr/>
              <a:t>‹#›</a:t>
            </a:fld>
            <a:endParaRPr lang="en-US" dirty="0"/>
          </a:p>
        </p:txBody>
      </p:sp>
      <p:sp>
        <p:nvSpPr>
          <p:cNvPr id="7" name="Text Placeholder 9"/>
          <p:cNvSpPr>
            <a:spLocks noGrp="1"/>
          </p:cNvSpPr>
          <p:nvPr>
            <p:ph type="body" sz="quarter" idx="10"/>
          </p:nvPr>
        </p:nvSpPr>
        <p:spPr>
          <a:xfrm>
            <a:off x="601132" y="1944688"/>
            <a:ext cx="10960104" cy="4448175"/>
          </a:xfrm>
          <a:prstGeom prst="rect">
            <a:avLst/>
          </a:prstGeom>
        </p:spPr>
        <p:txBody>
          <a:bodyPr lIns="0" tIns="0" rIns="0" bIns="0"/>
          <a:lstStyle>
            <a:lvl1pPr marL="228600" indent="-228600">
              <a:buNone/>
              <a:defRPr sz="1600">
                <a:solidFill>
                  <a:srgbClr val="54585A"/>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Title 1"/>
          <p:cNvSpPr>
            <a:spLocks noGrp="1"/>
          </p:cNvSpPr>
          <p:nvPr>
            <p:ph type="ctrTitle"/>
          </p:nvPr>
        </p:nvSpPr>
        <p:spPr>
          <a:xfrm>
            <a:off x="1896534" y="483691"/>
            <a:ext cx="8235951" cy="377825"/>
          </a:xfrm>
          <a:prstGeom prst="rect">
            <a:avLst/>
          </a:prstGeom>
        </p:spPr>
        <p:txBody>
          <a:bodyPr lIns="0" tIns="0" rIns="0" bIns="0" anchor="t"/>
          <a:lstStyle>
            <a:lvl1pPr algn="l">
              <a:defRPr sz="2400">
                <a:solidFill>
                  <a:srgbClr val="54585A"/>
                </a:solidFill>
                <a:latin typeface="Arial" pitchFamily="34" charset="0"/>
                <a:cs typeface="Arial" pitchFamily="34" charset="0"/>
              </a:defRPr>
            </a:lvl1pPr>
          </a:lstStyle>
          <a:p>
            <a:r>
              <a:rPr lang="en-US"/>
              <a:t>Click to edit Master title style</a:t>
            </a:r>
          </a:p>
        </p:txBody>
      </p:sp>
      <p:sp>
        <p:nvSpPr>
          <p:cNvPr id="9" name="Text Placeholder 11"/>
          <p:cNvSpPr>
            <a:spLocks noGrp="1"/>
          </p:cNvSpPr>
          <p:nvPr>
            <p:ph type="body" sz="quarter" idx="12"/>
          </p:nvPr>
        </p:nvSpPr>
        <p:spPr>
          <a:xfrm>
            <a:off x="1887435" y="806925"/>
            <a:ext cx="8235951" cy="409575"/>
          </a:xfrm>
          <a:prstGeom prst="rect">
            <a:avLst/>
          </a:prstGeom>
        </p:spPr>
        <p:txBody>
          <a:bodyPr lIns="0" tIns="0" rIns="0" bIns="0" anchor="ctr"/>
          <a:lstStyle>
            <a:lvl1pPr>
              <a:buNone/>
              <a:defRPr sz="2000">
                <a:solidFill>
                  <a:srgbClr val="0093B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29211329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Map">
    <p:spTree>
      <p:nvGrpSpPr>
        <p:cNvPr id="1" name=""/>
        <p:cNvGrpSpPr/>
        <p:nvPr/>
      </p:nvGrpSpPr>
      <p:grpSpPr>
        <a:xfrm>
          <a:off x="0" y="0"/>
          <a:ext cx="0" cy="0"/>
          <a:chOff x="0" y="0"/>
          <a:chExt cx="0" cy="0"/>
        </a:xfrm>
      </p:grpSpPr>
      <p:sp>
        <p:nvSpPr>
          <p:cNvPr id="17" name="TextBox 16"/>
          <p:cNvSpPr txBox="1"/>
          <p:nvPr userDrawn="1"/>
        </p:nvSpPr>
        <p:spPr>
          <a:xfrm>
            <a:off x="10235261" y="6305678"/>
            <a:ext cx="1818767" cy="276999"/>
          </a:xfrm>
          <a:prstGeom prst="rect">
            <a:avLst/>
          </a:prstGeom>
          <a:noFill/>
        </p:spPr>
        <p:txBody>
          <a:bodyPr wrap="square" rtlCol="0">
            <a:spAutoFit/>
          </a:bodyPr>
          <a:lstStyle/>
          <a:p>
            <a:pPr algn="r"/>
            <a:r>
              <a:rPr lang="en-US" sz="1200" dirty="0">
                <a:solidFill>
                  <a:srgbClr val="FFFFFF"/>
                </a:solidFill>
              </a:rPr>
              <a:t>www.cwservices.com</a:t>
            </a:r>
          </a:p>
        </p:txBody>
      </p:sp>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787161" y="533401"/>
            <a:ext cx="795241" cy="795241"/>
          </a:xfrm>
          <a:prstGeom prst="rect">
            <a:avLst/>
          </a:prstGeom>
        </p:spPr>
      </p:pic>
      <p:sp>
        <p:nvSpPr>
          <p:cNvPr id="9" name="Parallelogram 11"/>
          <p:cNvSpPr/>
          <p:nvPr userDrawn="1"/>
        </p:nvSpPr>
        <p:spPr>
          <a:xfrm>
            <a:off x="0" y="3"/>
            <a:ext cx="2286635" cy="4666073"/>
          </a:xfrm>
          <a:custGeom>
            <a:avLst/>
            <a:gdLst>
              <a:gd name="connsiteX0" fmla="*/ 0 w 6034851"/>
              <a:gd name="connsiteY0" fmla="*/ 4449704 h 4449704"/>
              <a:gd name="connsiteX1" fmla="*/ 2337296 w 6034851"/>
              <a:gd name="connsiteY1" fmla="*/ 0 h 4449704"/>
              <a:gd name="connsiteX2" fmla="*/ 6034851 w 6034851"/>
              <a:gd name="connsiteY2" fmla="*/ 0 h 4449704"/>
              <a:gd name="connsiteX3" fmla="*/ 3697555 w 6034851"/>
              <a:gd name="connsiteY3" fmla="*/ 4449704 h 4449704"/>
              <a:gd name="connsiteX4" fmla="*/ 0 w 6034851"/>
              <a:gd name="connsiteY4" fmla="*/ 4449704 h 4449704"/>
              <a:gd name="connsiteX0" fmla="*/ 1354171 w 3697555"/>
              <a:gd name="connsiteY0" fmla="*/ 4466638 h 4466638"/>
              <a:gd name="connsiteX1" fmla="*/ 0 w 3697555"/>
              <a:gd name="connsiteY1" fmla="*/ 0 h 4466638"/>
              <a:gd name="connsiteX2" fmla="*/ 3697555 w 3697555"/>
              <a:gd name="connsiteY2" fmla="*/ 0 h 4466638"/>
              <a:gd name="connsiteX3" fmla="*/ 1360259 w 3697555"/>
              <a:gd name="connsiteY3" fmla="*/ 4449704 h 4466638"/>
              <a:gd name="connsiteX4" fmla="*/ 1354171 w 3697555"/>
              <a:gd name="connsiteY4" fmla="*/ 4466638 h 4466638"/>
              <a:gd name="connsiteX0" fmla="*/ 0 w 2343384"/>
              <a:gd name="connsiteY0" fmla="*/ 4466638 h 4466638"/>
              <a:gd name="connsiteX1" fmla="*/ 102096 w 2343384"/>
              <a:gd name="connsiteY1" fmla="*/ 0 h 4466638"/>
              <a:gd name="connsiteX2" fmla="*/ 2343384 w 2343384"/>
              <a:gd name="connsiteY2" fmla="*/ 0 h 4466638"/>
              <a:gd name="connsiteX3" fmla="*/ 6088 w 2343384"/>
              <a:gd name="connsiteY3" fmla="*/ 4449704 h 4466638"/>
              <a:gd name="connsiteX4" fmla="*/ 0 w 2343384"/>
              <a:gd name="connsiteY4" fmla="*/ 4466638 h 4466638"/>
              <a:gd name="connsiteX0" fmla="*/ 0 w 2690517"/>
              <a:gd name="connsiteY0" fmla="*/ 4525905 h 4525905"/>
              <a:gd name="connsiteX1" fmla="*/ 449229 w 2690517"/>
              <a:gd name="connsiteY1" fmla="*/ 0 h 4525905"/>
              <a:gd name="connsiteX2" fmla="*/ 2690517 w 2690517"/>
              <a:gd name="connsiteY2" fmla="*/ 0 h 4525905"/>
              <a:gd name="connsiteX3" fmla="*/ 353221 w 2690517"/>
              <a:gd name="connsiteY3" fmla="*/ 4449704 h 4525905"/>
              <a:gd name="connsiteX4" fmla="*/ 0 w 2690517"/>
              <a:gd name="connsiteY4" fmla="*/ 4525905 h 4525905"/>
              <a:gd name="connsiteX0" fmla="*/ 0 w 2690517"/>
              <a:gd name="connsiteY0" fmla="*/ 4525905 h 4525905"/>
              <a:gd name="connsiteX1" fmla="*/ 449229 w 2690517"/>
              <a:gd name="connsiteY1" fmla="*/ 0 h 4525905"/>
              <a:gd name="connsiteX2" fmla="*/ 2690517 w 2690517"/>
              <a:gd name="connsiteY2" fmla="*/ 0 h 4525905"/>
              <a:gd name="connsiteX3" fmla="*/ 480221 w 2690517"/>
              <a:gd name="connsiteY3" fmla="*/ 4238037 h 4525905"/>
              <a:gd name="connsiteX4" fmla="*/ 0 w 2690517"/>
              <a:gd name="connsiteY4" fmla="*/ 4525905 h 4525905"/>
              <a:gd name="connsiteX0" fmla="*/ 24905 w 2241288"/>
              <a:gd name="connsiteY0" fmla="*/ 4254972 h 4254972"/>
              <a:gd name="connsiteX1" fmla="*/ 0 w 2241288"/>
              <a:gd name="connsiteY1" fmla="*/ 0 h 4254972"/>
              <a:gd name="connsiteX2" fmla="*/ 2241288 w 2241288"/>
              <a:gd name="connsiteY2" fmla="*/ 0 h 4254972"/>
              <a:gd name="connsiteX3" fmla="*/ 30992 w 2241288"/>
              <a:gd name="connsiteY3" fmla="*/ 4238037 h 4254972"/>
              <a:gd name="connsiteX4" fmla="*/ 24905 w 2241288"/>
              <a:gd name="connsiteY4" fmla="*/ 4254972 h 4254972"/>
              <a:gd name="connsiteX0" fmla="*/ 0 w 2241783"/>
              <a:gd name="connsiteY0" fmla="*/ 4254972 h 4254972"/>
              <a:gd name="connsiteX1" fmla="*/ 495 w 2241783"/>
              <a:gd name="connsiteY1" fmla="*/ 0 h 4254972"/>
              <a:gd name="connsiteX2" fmla="*/ 2241783 w 2241783"/>
              <a:gd name="connsiteY2" fmla="*/ 0 h 4254972"/>
              <a:gd name="connsiteX3" fmla="*/ 31487 w 2241783"/>
              <a:gd name="connsiteY3" fmla="*/ 4238037 h 4254972"/>
              <a:gd name="connsiteX4" fmla="*/ 0 w 2241783"/>
              <a:gd name="connsiteY4" fmla="*/ 4254972 h 4254972"/>
              <a:gd name="connsiteX0" fmla="*/ 0 w 2241783"/>
              <a:gd name="connsiteY0" fmla="*/ 4254972 h 4269787"/>
              <a:gd name="connsiteX1" fmla="*/ 495 w 2241783"/>
              <a:gd name="connsiteY1" fmla="*/ 0 h 4269787"/>
              <a:gd name="connsiteX2" fmla="*/ 2241783 w 2241783"/>
              <a:gd name="connsiteY2" fmla="*/ 0 h 4269787"/>
              <a:gd name="connsiteX3" fmla="*/ 10321 w 2241783"/>
              <a:gd name="connsiteY3" fmla="*/ 4269787 h 4269787"/>
              <a:gd name="connsiteX4" fmla="*/ 0 w 2241783"/>
              <a:gd name="connsiteY4" fmla="*/ 4254972 h 4269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783" h="4269787">
                <a:moveTo>
                  <a:pt x="0" y="4254972"/>
                </a:moveTo>
                <a:lnTo>
                  <a:pt x="495" y="0"/>
                </a:lnTo>
                <a:lnTo>
                  <a:pt x="2241783" y="0"/>
                </a:lnTo>
                <a:lnTo>
                  <a:pt x="10321" y="4269787"/>
                </a:lnTo>
                <a:lnTo>
                  <a:pt x="0" y="4254972"/>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rgbClr val="FFFFFF"/>
                </a:solidFill>
              </a:rPr>
              <a:t> </a:t>
            </a:r>
          </a:p>
        </p:txBody>
      </p:sp>
      <p:sp>
        <p:nvSpPr>
          <p:cNvPr id="11" name="Parallelogram 10"/>
          <p:cNvSpPr/>
          <p:nvPr userDrawn="1"/>
        </p:nvSpPr>
        <p:spPr>
          <a:xfrm>
            <a:off x="9628763" y="1986216"/>
            <a:ext cx="2563239" cy="4871784"/>
          </a:xfrm>
          <a:custGeom>
            <a:avLst/>
            <a:gdLst>
              <a:gd name="connsiteX0" fmla="*/ 0 w 6034851"/>
              <a:gd name="connsiteY0" fmla="*/ 4449704 h 4449704"/>
              <a:gd name="connsiteX1" fmla="*/ 2337296 w 6034851"/>
              <a:gd name="connsiteY1" fmla="*/ 0 h 4449704"/>
              <a:gd name="connsiteX2" fmla="*/ 6034851 w 6034851"/>
              <a:gd name="connsiteY2" fmla="*/ 0 h 4449704"/>
              <a:gd name="connsiteX3" fmla="*/ 3697555 w 6034851"/>
              <a:gd name="connsiteY3" fmla="*/ 4449704 h 4449704"/>
              <a:gd name="connsiteX4" fmla="*/ 0 w 6034851"/>
              <a:gd name="connsiteY4" fmla="*/ 4449704 h 4449704"/>
              <a:gd name="connsiteX0" fmla="*/ 0 w 6034851"/>
              <a:gd name="connsiteY0" fmla="*/ 4449704 h 4449704"/>
              <a:gd name="connsiteX1" fmla="*/ 1922429 w 6034851"/>
              <a:gd name="connsiteY1" fmla="*/ 795866 h 4449704"/>
              <a:gd name="connsiteX2" fmla="*/ 6034851 w 6034851"/>
              <a:gd name="connsiteY2" fmla="*/ 0 h 4449704"/>
              <a:gd name="connsiteX3" fmla="*/ 3697555 w 6034851"/>
              <a:gd name="connsiteY3" fmla="*/ 4449704 h 4449704"/>
              <a:gd name="connsiteX4" fmla="*/ 0 w 6034851"/>
              <a:gd name="connsiteY4" fmla="*/ 4449704 h 4449704"/>
              <a:gd name="connsiteX0" fmla="*/ 0 w 6034851"/>
              <a:gd name="connsiteY0" fmla="*/ 4449704 h 4449704"/>
              <a:gd name="connsiteX1" fmla="*/ 1922429 w 6034851"/>
              <a:gd name="connsiteY1" fmla="*/ 795866 h 4449704"/>
              <a:gd name="connsiteX2" fmla="*/ 6034851 w 6034851"/>
              <a:gd name="connsiteY2" fmla="*/ 0 h 4449704"/>
              <a:gd name="connsiteX3" fmla="*/ 2055021 w 6034851"/>
              <a:gd name="connsiteY3" fmla="*/ 4449704 h 4449704"/>
              <a:gd name="connsiteX4" fmla="*/ 0 w 6034851"/>
              <a:gd name="connsiteY4" fmla="*/ 4449704 h 4449704"/>
              <a:gd name="connsiteX0" fmla="*/ 0 w 6034851"/>
              <a:gd name="connsiteY0" fmla="*/ 4449704 h 4449704"/>
              <a:gd name="connsiteX1" fmla="*/ 1922429 w 6034851"/>
              <a:gd name="connsiteY1" fmla="*/ 795866 h 4449704"/>
              <a:gd name="connsiteX2" fmla="*/ 6034851 w 6034851"/>
              <a:gd name="connsiteY2" fmla="*/ 0 h 4449704"/>
              <a:gd name="connsiteX3" fmla="*/ 1335354 w 6034851"/>
              <a:gd name="connsiteY3" fmla="*/ 4356571 h 4449704"/>
              <a:gd name="connsiteX4" fmla="*/ 0 w 6034851"/>
              <a:gd name="connsiteY4" fmla="*/ 4449704 h 4449704"/>
              <a:gd name="connsiteX0" fmla="*/ 0 w 1922429"/>
              <a:gd name="connsiteY0" fmla="*/ 3653838 h 3653838"/>
              <a:gd name="connsiteX1" fmla="*/ 1922429 w 1922429"/>
              <a:gd name="connsiteY1" fmla="*/ 0 h 3653838"/>
              <a:gd name="connsiteX2" fmla="*/ 1920051 w 1922429"/>
              <a:gd name="connsiteY2" fmla="*/ 3649134 h 3653838"/>
              <a:gd name="connsiteX3" fmla="*/ 1335354 w 1922429"/>
              <a:gd name="connsiteY3" fmla="*/ 3560705 h 3653838"/>
              <a:gd name="connsiteX4" fmla="*/ 0 w 1922429"/>
              <a:gd name="connsiteY4" fmla="*/ 3653838 h 3653838"/>
              <a:gd name="connsiteX0" fmla="*/ 0 w 1922429"/>
              <a:gd name="connsiteY0" fmla="*/ 3653838 h 3662305"/>
              <a:gd name="connsiteX1" fmla="*/ 1922429 w 1922429"/>
              <a:gd name="connsiteY1" fmla="*/ 0 h 3662305"/>
              <a:gd name="connsiteX2" fmla="*/ 1920051 w 1922429"/>
              <a:gd name="connsiteY2" fmla="*/ 3649134 h 3662305"/>
              <a:gd name="connsiteX3" fmla="*/ 1259154 w 1922429"/>
              <a:gd name="connsiteY3" fmla="*/ 3662305 h 3662305"/>
              <a:gd name="connsiteX4" fmla="*/ 0 w 1922429"/>
              <a:gd name="connsiteY4" fmla="*/ 3653838 h 3662305"/>
              <a:gd name="connsiteX0" fmla="*/ 0 w 1922429"/>
              <a:gd name="connsiteY0" fmla="*/ 3653838 h 3653838"/>
              <a:gd name="connsiteX1" fmla="*/ 1922429 w 1922429"/>
              <a:gd name="connsiteY1" fmla="*/ 0 h 3653838"/>
              <a:gd name="connsiteX2" fmla="*/ 1920051 w 1922429"/>
              <a:gd name="connsiteY2" fmla="*/ 3649134 h 3653838"/>
              <a:gd name="connsiteX3" fmla="*/ 1284554 w 1922429"/>
              <a:gd name="connsiteY3" fmla="*/ 3636905 h 3653838"/>
              <a:gd name="connsiteX4" fmla="*/ 0 w 1922429"/>
              <a:gd name="connsiteY4" fmla="*/ 3653838 h 3653838"/>
              <a:gd name="connsiteX0" fmla="*/ 0 w 1922429"/>
              <a:gd name="connsiteY0" fmla="*/ 3653838 h 3653838"/>
              <a:gd name="connsiteX1" fmla="*/ 1922429 w 1922429"/>
              <a:gd name="connsiteY1" fmla="*/ 0 h 3653838"/>
              <a:gd name="connsiteX2" fmla="*/ 1920051 w 1922429"/>
              <a:gd name="connsiteY2" fmla="*/ 3649134 h 3653838"/>
              <a:gd name="connsiteX3" fmla="*/ 1902621 w 1922429"/>
              <a:gd name="connsiteY3" fmla="*/ 3653838 h 3653838"/>
              <a:gd name="connsiteX4" fmla="*/ 0 w 1922429"/>
              <a:gd name="connsiteY4" fmla="*/ 3653838 h 3653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2429" h="3653838">
                <a:moveTo>
                  <a:pt x="0" y="3653838"/>
                </a:moveTo>
                <a:lnTo>
                  <a:pt x="1922429" y="0"/>
                </a:lnTo>
                <a:cubicBezTo>
                  <a:pt x="1921636" y="1216378"/>
                  <a:pt x="1920844" y="2432756"/>
                  <a:pt x="1920051" y="3649134"/>
                </a:cubicBezTo>
                <a:lnTo>
                  <a:pt x="1902621" y="3653838"/>
                </a:lnTo>
                <a:lnTo>
                  <a:pt x="0" y="3653838"/>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rgbClr val="FFFFFF"/>
                </a:solidFill>
              </a:rPr>
              <a:t> </a:t>
            </a:r>
          </a:p>
        </p:txBody>
      </p:sp>
    </p:spTree>
    <p:extLst>
      <p:ext uri="{BB962C8B-B14F-4D97-AF65-F5344CB8AC3E}">
        <p14:creationId xmlns:p14="http://schemas.microsoft.com/office/powerpoint/2010/main" val="38744877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13" name="Text Placeholder 12"/>
          <p:cNvSpPr>
            <a:spLocks noGrp="1"/>
          </p:cNvSpPr>
          <p:nvPr>
            <p:ph type="body" sz="quarter" idx="11"/>
          </p:nvPr>
        </p:nvSpPr>
        <p:spPr>
          <a:xfrm>
            <a:off x="613834" y="1944688"/>
            <a:ext cx="5295900" cy="388610"/>
          </a:xfrm>
          <a:prstGeom prst="rect">
            <a:avLst/>
          </a:prstGeom>
        </p:spPr>
        <p:txBody>
          <a:bodyPr lIns="0" tIns="0" rIns="0" bIns="0"/>
          <a:lstStyle>
            <a:lvl1pPr>
              <a:buNone/>
              <a:defRPr sz="2400" b="1">
                <a:solidFill>
                  <a:srgbClr val="54585A"/>
                </a:solidFill>
                <a:latin typeface="Arial" panose="020B0604020202020204" pitchFamily="34" charset="0"/>
                <a:cs typeface="Arial" panose="020B0604020202020204" pitchFamily="34" charset="0"/>
              </a:defRPr>
            </a:lvl1pPr>
            <a:lvl2pPr>
              <a:defRPr sz="2400"/>
            </a:lvl2pPr>
            <a:lvl3pPr>
              <a:defRPr sz="2400"/>
            </a:lvl3pPr>
            <a:lvl4pPr>
              <a:defRPr sz="2400"/>
            </a:lvl4pPr>
            <a:lvl5pPr>
              <a:defRPr sz="2400"/>
            </a:lvl5pPr>
          </a:lstStyle>
          <a:p>
            <a:pPr lvl="0"/>
            <a:endParaRPr lang="en-US"/>
          </a:p>
        </p:txBody>
      </p:sp>
      <p:sp>
        <p:nvSpPr>
          <p:cNvPr id="15" name="Text Placeholder 14"/>
          <p:cNvSpPr>
            <a:spLocks noGrp="1"/>
          </p:cNvSpPr>
          <p:nvPr>
            <p:ph type="body" sz="quarter" idx="12"/>
          </p:nvPr>
        </p:nvSpPr>
        <p:spPr>
          <a:xfrm>
            <a:off x="613833" y="2365177"/>
            <a:ext cx="5295900" cy="447438"/>
          </a:xfrm>
          <a:prstGeom prst="rect">
            <a:avLst/>
          </a:prstGeom>
        </p:spPr>
        <p:txBody>
          <a:bodyPr lIns="0" tIns="0" rIns="0" bIns="0"/>
          <a:lstStyle>
            <a:lvl1pPr>
              <a:buNone/>
              <a:defRPr sz="2000">
                <a:solidFill>
                  <a:srgbClr val="0093B2"/>
                </a:solidFill>
                <a:latin typeface="Arial" panose="020B0604020202020204" pitchFamily="34" charset="0"/>
                <a:cs typeface="Arial" panose="020B0604020202020204" pitchFamily="34" charset="0"/>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endParaRPr lang="en-US"/>
          </a:p>
        </p:txBody>
      </p:sp>
      <p:sp>
        <p:nvSpPr>
          <p:cNvPr id="8"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Tree>
    <p:extLst>
      <p:ext uri="{BB962C8B-B14F-4D97-AF65-F5344CB8AC3E}">
        <p14:creationId xmlns:p14="http://schemas.microsoft.com/office/powerpoint/2010/main" val="41187588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7"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13"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23845708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 Column Layou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2" y="1944688"/>
            <a:ext cx="10960104" cy="4448175"/>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7"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8"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117490317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Column Layout with Imag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3" y="1944688"/>
            <a:ext cx="5499100" cy="4448175"/>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6" name="Picture Placeholder 10"/>
          <p:cNvSpPr>
            <a:spLocks noGrp="1"/>
          </p:cNvSpPr>
          <p:nvPr>
            <p:ph type="pic" sz="quarter" idx="11"/>
          </p:nvPr>
        </p:nvSpPr>
        <p:spPr>
          <a:xfrm>
            <a:off x="5334002" y="1944687"/>
            <a:ext cx="6857999" cy="4913314"/>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99" h="4913314">
                <a:moveTo>
                  <a:pt x="2619375" y="0"/>
                </a:moveTo>
                <a:lnTo>
                  <a:pt x="5143499" y="0"/>
                </a:lnTo>
                <a:lnTo>
                  <a:pt x="5143499" y="4913314"/>
                </a:lnTo>
                <a:lnTo>
                  <a:pt x="0" y="4913313"/>
                </a:lnTo>
                <a:lnTo>
                  <a:pt x="2619375" y="0"/>
                </a:lnTo>
                <a:close/>
              </a:path>
            </a:pathLst>
          </a:custGeom>
        </p:spPr>
        <p:txBody>
          <a:bodyPr anchor="ctr"/>
          <a:lstStyle>
            <a:lvl1pPr algn="ctr">
              <a:defRPr/>
            </a:lvl1pPr>
          </a:lstStyle>
          <a:p>
            <a:endParaRPr lang="en-US" dirty="0"/>
          </a:p>
        </p:txBody>
      </p:sp>
      <p:sp>
        <p:nvSpPr>
          <p:cNvPr id="7"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8"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1879052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Column Layout with Multiple Imag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2" y="1944688"/>
            <a:ext cx="5499101" cy="4448175"/>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7"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8" name="Picture Placeholder 10"/>
          <p:cNvSpPr>
            <a:spLocks noGrp="1"/>
          </p:cNvSpPr>
          <p:nvPr>
            <p:ph type="pic" sz="quarter" idx="11"/>
          </p:nvPr>
        </p:nvSpPr>
        <p:spPr>
          <a:xfrm>
            <a:off x="5334002" y="3427413"/>
            <a:ext cx="6857999" cy="3430588"/>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 name="connsiteX0" fmla="*/ 1820862 w 5143499"/>
              <a:gd name="connsiteY0" fmla="*/ 1482726 h 4913314"/>
              <a:gd name="connsiteX1" fmla="*/ 5143499 w 5143499"/>
              <a:gd name="connsiteY1" fmla="*/ 0 h 4913314"/>
              <a:gd name="connsiteX2" fmla="*/ 5143499 w 5143499"/>
              <a:gd name="connsiteY2" fmla="*/ 4913314 h 4913314"/>
              <a:gd name="connsiteX3" fmla="*/ 0 w 5143499"/>
              <a:gd name="connsiteY3" fmla="*/ 4913313 h 4913314"/>
              <a:gd name="connsiteX4" fmla="*/ 1820862 w 5143499"/>
              <a:gd name="connsiteY4" fmla="*/ 1482726 h 4913314"/>
              <a:gd name="connsiteX0" fmla="*/ 1820862 w 5143499"/>
              <a:gd name="connsiteY0" fmla="*/ 0 h 3430588"/>
              <a:gd name="connsiteX1" fmla="*/ 5143499 w 5143499"/>
              <a:gd name="connsiteY1" fmla="*/ 0 h 3430588"/>
              <a:gd name="connsiteX2" fmla="*/ 5143499 w 5143499"/>
              <a:gd name="connsiteY2" fmla="*/ 3430588 h 3430588"/>
              <a:gd name="connsiteX3" fmla="*/ 0 w 5143499"/>
              <a:gd name="connsiteY3" fmla="*/ 3430587 h 3430588"/>
              <a:gd name="connsiteX4" fmla="*/ 1820862 w 5143499"/>
              <a:gd name="connsiteY4" fmla="*/ 0 h 343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99" h="3430588">
                <a:moveTo>
                  <a:pt x="1820862" y="0"/>
                </a:moveTo>
                <a:lnTo>
                  <a:pt x="5143499" y="0"/>
                </a:lnTo>
                <a:lnTo>
                  <a:pt x="5143499" y="3430588"/>
                </a:lnTo>
                <a:lnTo>
                  <a:pt x="0" y="3430587"/>
                </a:lnTo>
                <a:lnTo>
                  <a:pt x="1820862" y="0"/>
                </a:lnTo>
                <a:close/>
              </a:path>
            </a:pathLst>
          </a:custGeom>
        </p:spPr>
        <p:txBody>
          <a:bodyPr anchor="ctr"/>
          <a:lstStyle>
            <a:lvl1pPr algn="ctr">
              <a:defRPr/>
            </a:lvl1pPr>
          </a:lstStyle>
          <a:p>
            <a:endParaRPr lang="en-US" dirty="0"/>
          </a:p>
        </p:txBody>
      </p:sp>
      <p:sp>
        <p:nvSpPr>
          <p:cNvPr id="9" name="Picture Placeholder 10"/>
          <p:cNvSpPr>
            <a:spLocks noGrp="1"/>
          </p:cNvSpPr>
          <p:nvPr>
            <p:ph type="pic" sz="quarter" idx="13"/>
          </p:nvPr>
        </p:nvSpPr>
        <p:spPr>
          <a:xfrm>
            <a:off x="7861301" y="1944687"/>
            <a:ext cx="4330699" cy="1349376"/>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 name="connsiteX0" fmla="*/ 1820862 w 5143499"/>
              <a:gd name="connsiteY0" fmla="*/ 1482726 h 4913314"/>
              <a:gd name="connsiteX1" fmla="*/ 5143499 w 5143499"/>
              <a:gd name="connsiteY1" fmla="*/ 0 h 4913314"/>
              <a:gd name="connsiteX2" fmla="*/ 5143499 w 5143499"/>
              <a:gd name="connsiteY2" fmla="*/ 4913314 h 4913314"/>
              <a:gd name="connsiteX3" fmla="*/ 0 w 5143499"/>
              <a:gd name="connsiteY3" fmla="*/ 4913313 h 4913314"/>
              <a:gd name="connsiteX4" fmla="*/ 1820862 w 5143499"/>
              <a:gd name="connsiteY4" fmla="*/ 1482726 h 4913314"/>
              <a:gd name="connsiteX0" fmla="*/ 1820862 w 5143499"/>
              <a:gd name="connsiteY0" fmla="*/ 0 h 3430588"/>
              <a:gd name="connsiteX1" fmla="*/ 5143499 w 5143499"/>
              <a:gd name="connsiteY1" fmla="*/ 0 h 3430588"/>
              <a:gd name="connsiteX2" fmla="*/ 5143499 w 5143499"/>
              <a:gd name="connsiteY2" fmla="*/ 3430588 h 3430588"/>
              <a:gd name="connsiteX3" fmla="*/ 0 w 5143499"/>
              <a:gd name="connsiteY3" fmla="*/ 3430587 h 3430588"/>
              <a:gd name="connsiteX4" fmla="*/ 1820862 w 5143499"/>
              <a:gd name="connsiteY4" fmla="*/ 0 h 3430588"/>
              <a:gd name="connsiteX0" fmla="*/ 731837 w 5143499"/>
              <a:gd name="connsiteY0" fmla="*/ 2081212 h 3430588"/>
              <a:gd name="connsiteX1" fmla="*/ 5143499 w 5143499"/>
              <a:gd name="connsiteY1" fmla="*/ 0 h 3430588"/>
              <a:gd name="connsiteX2" fmla="*/ 5143499 w 5143499"/>
              <a:gd name="connsiteY2" fmla="*/ 3430588 h 3430588"/>
              <a:gd name="connsiteX3" fmla="*/ 0 w 5143499"/>
              <a:gd name="connsiteY3" fmla="*/ 3430587 h 3430588"/>
              <a:gd name="connsiteX4" fmla="*/ 731837 w 5143499"/>
              <a:gd name="connsiteY4" fmla="*/ 2081212 h 3430588"/>
              <a:gd name="connsiteX0" fmla="*/ 731837 w 5143499"/>
              <a:gd name="connsiteY0" fmla="*/ 0 h 1349376"/>
              <a:gd name="connsiteX1" fmla="*/ 3022599 w 5143499"/>
              <a:gd name="connsiteY1" fmla="*/ 0 h 1349376"/>
              <a:gd name="connsiteX2" fmla="*/ 5143499 w 5143499"/>
              <a:gd name="connsiteY2" fmla="*/ 1349376 h 1349376"/>
              <a:gd name="connsiteX3" fmla="*/ 0 w 5143499"/>
              <a:gd name="connsiteY3" fmla="*/ 1349375 h 1349376"/>
              <a:gd name="connsiteX4" fmla="*/ 731837 w 5143499"/>
              <a:gd name="connsiteY4" fmla="*/ 0 h 1349376"/>
              <a:gd name="connsiteX0" fmla="*/ 731837 w 3248024"/>
              <a:gd name="connsiteY0" fmla="*/ 0 h 1349376"/>
              <a:gd name="connsiteX1" fmla="*/ 3022599 w 3248024"/>
              <a:gd name="connsiteY1" fmla="*/ 0 h 1349376"/>
              <a:gd name="connsiteX2" fmla="*/ 3248024 w 3248024"/>
              <a:gd name="connsiteY2" fmla="*/ 1349376 h 1349376"/>
              <a:gd name="connsiteX3" fmla="*/ 0 w 3248024"/>
              <a:gd name="connsiteY3" fmla="*/ 1349375 h 1349376"/>
              <a:gd name="connsiteX4" fmla="*/ 731837 w 3248024"/>
              <a:gd name="connsiteY4" fmla="*/ 0 h 1349376"/>
              <a:gd name="connsiteX0" fmla="*/ 731837 w 3248024"/>
              <a:gd name="connsiteY0" fmla="*/ 0 h 1349376"/>
              <a:gd name="connsiteX1" fmla="*/ 3248024 w 3248024"/>
              <a:gd name="connsiteY1" fmla="*/ 0 h 1349376"/>
              <a:gd name="connsiteX2" fmla="*/ 3248024 w 3248024"/>
              <a:gd name="connsiteY2" fmla="*/ 1349376 h 1349376"/>
              <a:gd name="connsiteX3" fmla="*/ 0 w 3248024"/>
              <a:gd name="connsiteY3" fmla="*/ 1349375 h 1349376"/>
              <a:gd name="connsiteX4" fmla="*/ 731837 w 3248024"/>
              <a:gd name="connsiteY4" fmla="*/ 0 h 1349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8024" h="1349376">
                <a:moveTo>
                  <a:pt x="731837" y="0"/>
                </a:moveTo>
                <a:lnTo>
                  <a:pt x="3248024" y="0"/>
                </a:lnTo>
                <a:lnTo>
                  <a:pt x="3248024" y="1349376"/>
                </a:lnTo>
                <a:lnTo>
                  <a:pt x="0" y="1349375"/>
                </a:lnTo>
                <a:lnTo>
                  <a:pt x="731837" y="0"/>
                </a:lnTo>
                <a:close/>
              </a:path>
            </a:pathLst>
          </a:custGeom>
        </p:spPr>
        <p:txBody>
          <a:bodyPr anchor="ctr"/>
          <a:lstStyle>
            <a:lvl1pPr algn="ctr">
              <a:defRPr/>
            </a:lvl1pPr>
          </a:lstStyle>
          <a:p>
            <a:endParaRPr lang="en-US" dirty="0"/>
          </a:p>
        </p:txBody>
      </p:sp>
      <p:sp>
        <p:nvSpPr>
          <p:cNvPr id="11"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2"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2139347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 Text Column">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3" y="1944688"/>
            <a:ext cx="5308600" cy="4448175"/>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1" name="Text Placeholder 9"/>
          <p:cNvSpPr>
            <a:spLocks noGrp="1"/>
          </p:cNvSpPr>
          <p:nvPr>
            <p:ph type="body" sz="quarter" idx="11"/>
          </p:nvPr>
        </p:nvSpPr>
        <p:spPr>
          <a:xfrm>
            <a:off x="6261100" y="1944688"/>
            <a:ext cx="5325533" cy="4448175"/>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6"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7"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8"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232421040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2 Text Column">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3" y="1944688"/>
            <a:ext cx="5308600" cy="2798763"/>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1" name="Text Placeholder 9"/>
          <p:cNvSpPr>
            <a:spLocks noGrp="1"/>
          </p:cNvSpPr>
          <p:nvPr>
            <p:ph type="body" sz="quarter" idx="11"/>
          </p:nvPr>
        </p:nvSpPr>
        <p:spPr>
          <a:xfrm>
            <a:off x="6261100" y="1944688"/>
            <a:ext cx="5325533" cy="2798763"/>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6"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7" name="Picture Placeholder 10"/>
          <p:cNvSpPr>
            <a:spLocks noGrp="1"/>
          </p:cNvSpPr>
          <p:nvPr>
            <p:ph type="pic" sz="quarter" idx="13"/>
          </p:nvPr>
        </p:nvSpPr>
        <p:spPr>
          <a:xfrm>
            <a:off x="6100234" y="4921250"/>
            <a:ext cx="6091767" cy="1936750"/>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 name="connsiteX0" fmla="*/ 1820862 w 5143499"/>
              <a:gd name="connsiteY0" fmla="*/ 1482726 h 4913314"/>
              <a:gd name="connsiteX1" fmla="*/ 5143499 w 5143499"/>
              <a:gd name="connsiteY1" fmla="*/ 0 h 4913314"/>
              <a:gd name="connsiteX2" fmla="*/ 5143499 w 5143499"/>
              <a:gd name="connsiteY2" fmla="*/ 4913314 h 4913314"/>
              <a:gd name="connsiteX3" fmla="*/ 0 w 5143499"/>
              <a:gd name="connsiteY3" fmla="*/ 4913313 h 4913314"/>
              <a:gd name="connsiteX4" fmla="*/ 1820862 w 5143499"/>
              <a:gd name="connsiteY4" fmla="*/ 1482726 h 4913314"/>
              <a:gd name="connsiteX0" fmla="*/ 1820862 w 5143499"/>
              <a:gd name="connsiteY0" fmla="*/ 0 h 3430588"/>
              <a:gd name="connsiteX1" fmla="*/ 5143499 w 5143499"/>
              <a:gd name="connsiteY1" fmla="*/ 0 h 3430588"/>
              <a:gd name="connsiteX2" fmla="*/ 5143499 w 5143499"/>
              <a:gd name="connsiteY2" fmla="*/ 3430588 h 3430588"/>
              <a:gd name="connsiteX3" fmla="*/ 0 w 5143499"/>
              <a:gd name="connsiteY3" fmla="*/ 3430587 h 3430588"/>
              <a:gd name="connsiteX4" fmla="*/ 1820862 w 5143499"/>
              <a:gd name="connsiteY4" fmla="*/ 0 h 3430588"/>
              <a:gd name="connsiteX0" fmla="*/ 1030287 w 5143499"/>
              <a:gd name="connsiteY0" fmla="*/ 1493837 h 3430588"/>
              <a:gd name="connsiteX1" fmla="*/ 5143499 w 5143499"/>
              <a:gd name="connsiteY1" fmla="*/ 0 h 3430588"/>
              <a:gd name="connsiteX2" fmla="*/ 5143499 w 5143499"/>
              <a:gd name="connsiteY2" fmla="*/ 3430588 h 3430588"/>
              <a:gd name="connsiteX3" fmla="*/ 0 w 5143499"/>
              <a:gd name="connsiteY3" fmla="*/ 3430587 h 3430588"/>
              <a:gd name="connsiteX4" fmla="*/ 1030287 w 5143499"/>
              <a:gd name="connsiteY4" fmla="*/ 1493837 h 3430588"/>
              <a:gd name="connsiteX0" fmla="*/ 1030287 w 5143499"/>
              <a:gd name="connsiteY0" fmla="*/ 0 h 1936751"/>
              <a:gd name="connsiteX1" fmla="*/ 5143499 w 5143499"/>
              <a:gd name="connsiteY1" fmla="*/ 0 h 1936751"/>
              <a:gd name="connsiteX2" fmla="*/ 5143499 w 5143499"/>
              <a:gd name="connsiteY2" fmla="*/ 1936751 h 1936751"/>
              <a:gd name="connsiteX3" fmla="*/ 0 w 5143499"/>
              <a:gd name="connsiteY3" fmla="*/ 1936750 h 1936751"/>
              <a:gd name="connsiteX4" fmla="*/ 1030287 w 5143499"/>
              <a:gd name="connsiteY4" fmla="*/ 0 h 1936751"/>
              <a:gd name="connsiteX0" fmla="*/ 1030287 w 5143499"/>
              <a:gd name="connsiteY0" fmla="*/ 0 h 1936751"/>
              <a:gd name="connsiteX1" fmla="*/ 4581524 w 5143499"/>
              <a:gd name="connsiteY1" fmla="*/ 0 h 1936751"/>
              <a:gd name="connsiteX2" fmla="*/ 5143499 w 5143499"/>
              <a:gd name="connsiteY2" fmla="*/ 1936751 h 1936751"/>
              <a:gd name="connsiteX3" fmla="*/ 0 w 5143499"/>
              <a:gd name="connsiteY3" fmla="*/ 1936750 h 1936751"/>
              <a:gd name="connsiteX4" fmla="*/ 1030287 w 5143499"/>
              <a:gd name="connsiteY4" fmla="*/ 0 h 1936751"/>
              <a:gd name="connsiteX0" fmla="*/ 1030287 w 4581524"/>
              <a:gd name="connsiteY0" fmla="*/ 0 h 1936751"/>
              <a:gd name="connsiteX1" fmla="*/ 4581524 w 4581524"/>
              <a:gd name="connsiteY1" fmla="*/ 0 h 1936751"/>
              <a:gd name="connsiteX2" fmla="*/ 4581524 w 4581524"/>
              <a:gd name="connsiteY2" fmla="*/ 1936751 h 1936751"/>
              <a:gd name="connsiteX3" fmla="*/ 0 w 4581524"/>
              <a:gd name="connsiteY3" fmla="*/ 1936750 h 1936751"/>
              <a:gd name="connsiteX4" fmla="*/ 1030287 w 4581524"/>
              <a:gd name="connsiteY4" fmla="*/ 0 h 1936751"/>
              <a:gd name="connsiteX0" fmla="*/ 1030287 w 5429249"/>
              <a:gd name="connsiteY0" fmla="*/ 0 h 1936751"/>
              <a:gd name="connsiteX1" fmla="*/ 5429249 w 5429249"/>
              <a:gd name="connsiteY1" fmla="*/ 0 h 1936751"/>
              <a:gd name="connsiteX2" fmla="*/ 4581524 w 5429249"/>
              <a:gd name="connsiteY2" fmla="*/ 1936751 h 1936751"/>
              <a:gd name="connsiteX3" fmla="*/ 0 w 5429249"/>
              <a:gd name="connsiteY3" fmla="*/ 1936750 h 1936751"/>
              <a:gd name="connsiteX4" fmla="*/ 1030287 w 5429249"/>
              <a:gd name="connsiteY4" fmla="*/ 0 h 1936751"/>
              <a:gd name="connsiteX0" fmla="*/ 1030287 w 5429249"/>
              <a:gd name="connsiteY0" fmla="*/ 0 h 1936750"/>
              <a:gd name="connsiteX1" fmla="*/ 5429249 w 5429249"/>
              <a:gd name="connsiteY1" fmla="*/ 0 h 1936750"/>
              <a:gd name="connsiteX2" fmla="*/ 5429249 w 5429249"/>
              <a:gd name="connsiteY2" fmla="*/ 1936750 h 1936750"/>
              <a:gd name="connsiteX3" fmla="*/ 0 w 5429249"/>
              <a:gd name="connsiteY3" fmla="*/ 1936750 h 1936750"/>
              <a:gd name="connsiteX4" fmla="*/ 1030287 w 5429249"/>
              <a:gd name="connsiteY4" fmla="*/ 0 h 1936750"/>
              <a:gd name="connsiteX0" fmla="*/ 1030287 w 5429249"/>
              <a:gd name="connsiteY0" fmla="*/ 0 h 1936750"/>
              <a:gd name="connsiteX1" fmla="*/ 4568825 w 5429249"/>
              <a:gd name="connsiteY1" fmla="*/ 0 h 1936750"/>
              <a:gd name="connsiteX2" fmla="*/ 5429249 w 5429249"/>
              <a:gd name="connsiteY2" fmla="*/ 1936750 h 1936750"/>
              <a:gd name="connsiteX3" fmla="*/ 0 w 5429249"/>
              <a:gd name="connsiteY3" fmla="*/ 1936750 h 1936750"/>
              <a:gd name="connsiteX4" fmla="*/ 1030287 w 5429249"/>
              <a:gd name="connsiteY4" fmla="*/ 0 h 1936750"/>
              <a:gd name="connsiteX0" fmla="*/ 1030287 w 4568825"/>
              <a:gd name="connsiteY0" fmla="*/ 0 h 1936750"/>
              <a:gd name="connsiteX1" fmla="*/ 4568825 w 4568825"/>
              <a:gd name="connsiteY1" fmla="*/ 0 h 1936750"/>
              <a:gd name="connsiteX2" fmla="*/ 4568825 w 4568825"/>
              <a:gd name="connsiteY2" fmla="*/ 1936750 h 1936750"/>
              <a:gd name="connsiteX3" fmla="*/ 0 w 4568825"/>
              <a:gd name="connsiteY3" fmla="*/ 1936750 h 1936750"/>
              <a:gd name="connsiteX4" fmla="*/ 1030287 w 4568825"/>
              <a:gd name="connsiteY4" fmla="*/ 0 h 1936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8825" h="1936750">
                <a:moveTo>
                  <a:pt x="1030287" y="0"/>
                </a:moveTo>
                <a:lnTo>
                  <a:pt x="4568825" y="0"/>
                </a:lnTo>
                <a:lnTo>
                  <a:pt x="4568825" y="1936750"/>
                </a:lnTo>
                <a:lnTo>
                  <a:pt x="0" y="1936750"/>
                </a:lnTo>
                <a:lnTo>
                  <a:pt x="1030287" y="0"/>
                </a:lnTo>
                <a:close/>
              </a:path>
            </a:pathLst>
          </a:custGeom>
        </p:spPr>
        <p:txBody>
          <a:bodyPr anchor="ctr"/>
          <a:lstStyle>
            <a:lvl1pPr algn="ctr">
              <a:defRPr/>
            </a:lvl1pPr>
          </a:lstStyle>
          <a:p>
            <a:endParaRPr lang="en-US" dirty="0"/>
          </a:p>
        </p:txBody>
      </p:sp>
      <p:sp>
        <p:nvSpPr>
          <p:cNvPr id="12" name="Picture Placeholder 11"/>
          <p:cNvSpPr>
            <a:spLocks noGrp="1"/>
          </p:cNvSpPr>
          <p:nvPr>
            <p:ph type="pic" sz="quarter" idx="14"/>
          </p:nvPr>
        </p:nvSpPr>
        <p:spPr>
          <a:xfrm>
            <a:off x="0" y="4921250"/>
            <a:ext cx="7188200" cy="1936750"/>
          </a:xfrm>
          <a:custGeom>
            <a:avLst/>
            <a:gdLst>
              <a:gd name="connsiteX0" fmla="*/ 0 w 5581650"/>
              <a:gd name="connsiteY0" fmla="*/ 0 h 1936750"/>
              <a:gd name="connsiteX1" fmla="*/ 5581650 w 5581650"/>
              <a:gd name="connsiteY1" fmla="*/ 0 h 1936750"/>
              <a:gd name="connsiteX2" fmla="*/ 5581650 w 5581650"/>
              <a:gd name="connsiteY2" fmla="*/ 1936750 h 1936750"/>
              <a:gd name="connsiteX3" fmla="*/ 0 w 5581650"/>
              <a:gd name="connsiteY3" fmla="*/ 1936750 h 1936750"/>
              <a:gd name="connsiteX4" fmla="*/ 0 w 5581650"/>
              <a:gd name="connsiteY4" fmla="*/ 0 h 1936750"/>
              <a:gd name="connsiteX0" fmla="*/ 0 w 5581650"/>
              <a:gd name="connsiteY0" fmla="*/ 0 h 1936750"/>
              <a:gd name="connsiteX1" fmla="*/ 5581650 w 5581650"/>
              <a:gd name="connsiteY1" fmla="*/ 0 h 1936750"/>
              <a:gd name="connsiteX2" fmla="*/ 4562476 w 5581650"/>
              <a:gd name="connsiteY2" fmla="*/ 1936750 h 1936750"/>
              <a:gd name="connsiteX3" fmla="*/ 0 w 5581650"/>
              <a:gd name="connsiteY3" fmla="*/ 1936750 h 1936750"/>
              <a:gd name="connsiteX4" fmla="*/ 0 w 5581650"/>
              <a:gd name="connsiteY4" fmla="*/ 0 h 1936750"/>
              <a:gd name="connsiteX0" fmla="*/ 161925 w 5581650"/>
              <a:gd name="connsiteY0" fmla="*/ 0 h 1936750"/>
              <a:gd name="connsiteX1" fmla="*/ 5581650 w 5581650"/>
              <a:gd name="connsiteY1" fmla="*/ 0 h 1936750"/>
              <a:gd name="connsiteX2" fmla="*/ 4562476 w 5581650"/>
              <a:gd name="connsiteY2" fmla="*/ 1936750 h 1936750"/>
              <a:gd name="connsiteX3" fmla="*/ 0 w 5581650"/>
              <a:gd name="connsiteY3" fmla="*/ 1936750 h 1936750"/>
              <a:gd name="connsiteX4" fmla="*/ 161925 w 5581650"/>
              <a:gd name="connsiteY4" fmla="*/ 0 h 1936750"/>
              <a:gd name="connsiteX0" fmla="*/ 0 w 5419725"/>
              <a:gd name="connsiteY0" fmla="*/ 0 h 1936751"/>
              <a:gd name="connsiteX1" fmla="*/ 5419725 w 5419725"/>
              <a:gd name="connsiteY1" fmla="*/ 0 h 1936751"/>
              <a:gd name="connsiteX2" fmla="*/ 4400551 w 5419725"/>
              <a:gd name="connsiteY2" fmla="*/ 1936750 h 1936751"/>
              <a:gd name="connsiteX3" fmla="*/ 0 w 5419725"/>
              <a:gd name="connsiteY3" fmla="*/ 1936751 h 1936751"/>
              <a:gd name="connsiteX4" fmla="*/ 0 w 5419725"/>
              <a:gd name="connsiteY4" fmla="*/ 0 h 1936751"/>
              <a:gd name="connsiteX0" fmla="*/ 838200 w 5419725"/>
              <a:gd name="connsiteY0" fmla="*/ 0 h 1936751"/>
              <a:gd name="connsiteX1" fmla="*/ 5419725 w 5419725"/>
              <a:gd name="connsiteY1" fmla="*/ 0 h 1936751"/>
              <a:gd name="connsiteX2" fmla="*/ 4400551 w 5419725"/>
              <a:gd name="connsiteY2" fmla="*/ 1936750 h 1936751"/>
              <a:gd name="connsiteX3" fmla="*/ 0 w 5419725"/>
              <a:gd name="connsiteY3" fmla="*/ 1936751 h 1936751"/>
              <a:gd name="connsiteX4" fmla="*/ 838200 w 5419725"/>
              <a:gd name="connsiteY4" fmla="*/ 0 h 1936751"/>
              <a:gd name="connsiteX0" fmla="*/ 0 w 4581525"/>
              <a:gd name="connsiteY0" fmla="*/ 0 h 1936750"/>
              <a:gd name="connsiteX1" fmla="*/ 4581525 w 4581525"/>
              <a:gd name="connsiteY1" fmla="*/ 0 h 1936750"/>
              <a:gd name="connsiteX2" fmla="*/ 3562351 w 4581525"/>
              <a:gd name="connsiteY2" fmla="*/ 1936750 h 1936750"/>
              <a:gd name="connsiteX3" fmla="*/ 0 w 4581525"/>
              <a:gd name="connsiteY3" fmla="*/ 1936750 h 1936750"/>
              <a:gd name="connsiteX4" fmla="*/ 0 w 4581525"/>
              <a:gd name="connsiteY4" fmla="*/ 0 h 1936750"/>
              <a:gd name="connsiteX0" fmla="*/ 0 w 4581525"/>
              <a:gd name="connsiteY0" fmla="*/ 0 h 1936750"/>
              <a:gd name="connsiteX1" fmla="*/ 4581525 w 4581525"/>
              <a:gd name="connsiteY1" fmla="*/ 0 h 1936750"/>
              <a:gd name="connsiteX2" fmla="*/ 3562351 w 4581525"/>
              <a:gd name="connsiteY2" fmla="*/ 1936750 h 1936750"/>
              <a:gd name="connsiteX3" fmla="*/ 0 w 4581525"/>
              <a:gd name="connsiteY3" fmla="*/ 1936750 h 1936750"/>
              <a:gd name="connsiteX4" fmla="*/ 0 w 4581525"/>
              <a:gd name="connsiteY4" fmla="*/ 0 h 1936750"/>
              <a:gd name="connsiteX0" fmla="*/ 0 w 4581525"/>
              <a:gd name="connsiteY0" fmla="*/ 0 h 1936750"/>
              <a:gd name="connsiteX1" fmla="*/ 4581525 w 4581525"/>
              <a:gd name="connsiteY1" fmla="*/ 0 h 1936750"/>
              <a:gd name="connsiteX2" fmla="*/ 2695575 w 4581525"/>
              <a:gd name="connsiteY2" fmla="*/ 1936750 h 1936750"/>
              <a:gd name="connsiteX3" fmla="*/ 0 w 4581525"/>
              <a:gd name="connsiteY3" fmla="*/ 1936750 h 1936750"/>
              <a:gd name="connsiteX4" fmla="*/ 0 w 4581525"/>
              <a:gd name="connsiteY4" fmla="*/ 0 h 1936750"/>
              <a:gd name="connsiteX0" fmla="*/ 0 w 4581525"/>
              <a:gd name="connsiteY0" fmla="*/ 0 h 1936750"/>
              <a:gd name="connsiteX1" fmla="*/ 4581525 w 4581525"/>
              <a:gd name="connsiteY1" fmla="*/ 0 h 1936750"/>
              <a:gd name="connsiteX2" fmla="*/ 3543300 w 4581525"/>
              <a:gd name="connsiteY2" fmla="*/ 1936750 h 1936750"/>
              <a:gd name="connsiteX3" fmla="*/ 0 w 4581525"/>
              <a:gd name="connsiteY3" fmla="*/ 1936750 h 1936750"/>
              <a:gd name="connsiteX4" fmla="*/ 0 w 4581525"/>
              <a:gd name="connsiteY4" fmla="*/ 0 h 1936750"/>
              <a:gd name="connsiteX0" fmla="*/ 0 w 5353050"/>
              <a:gd name="connsiteY0" fmla="*/ 0 h 1936750"/>
              <a:gd name="connsiteX1" fmla="*/ 5353050 w 5353050"/>
              <a:gd name="connsiteY1" fmla="*/ 0 h 1936750"/>
              <a:gd name="connsiteX2" fmla="*/ 4314825 w 5353050"/>
              <a:gd name="connsiteY2" fmla="*/ 1936750 h 1936750"/>
              <a:gd name="connsiteX3" fmla="*/ 771525 w 5353050"/>
              <a:gd name="connsiteY3" fmla="*/ 1936750 h 1936750"/>
              <a:gd name="connsiteX4" fmla="*/ 0 w 5353050"/>
              <a:gd name="connsiteY4" fmla="*/ 0 h 1936750"/>
              <a:gd name="connsiteX0" fmla="*/ 0 w 5353050"/>
              <a:gd name="connsiteY0" fmla="*/ 0 h 1936750"/>
              <a:gd name="connsiteX1" fmla="*/ 5353050 w 5353050"/>
              <a:gd name="connsiteY1" fmla="*/ 0 h 1936750"/>
              <a:gd name="connsiteX2" fmla="*/ 4314825 w 5353050"/>
              <a:gd name="connsiteY2" fmla="*/ 1936750 h 1936750"/>
              <a:gd name="connsiteX3" fmla="*/ 0 w 5353050"/>
              <a:gd name="connsiteY3" fmla="*/ 1936750 h 1936750"/>
              <a:gd name="connsiteX4" fmla="*/ 0 w 5353050"/>
              <a:gd name="connsiteY4" fmla="*/ 0 h 1936750"/>
              <a:gd name="connsiteX0" fmla="*/ 0 w 5391150"/>
              <a:gd name="connsiteY0" fmla="*/ 0 h 1936750"/>
              <a:gd name="connsiteX1" fmla="*/ 5391150 w 5391150"/>
              <a:gd name="connsiteY1" fmla="*/ 0 h 1936750"/>
              <a:gd name="connsiteX2" fmla="*/ 4352925 w 5391150"/>
              <a:gd name="connsiteY2" fmla="*/ 1936750 h 1936750"/>
              <a:gd name="connsiteX3" fmla="*/ 38100 w 5391150"/>
              <a:gd name="connsiteY3" fmla="*/ 1936750 h 1936750"/>
              <a:gd name="connsiteX4" fmla="*/ 0 w 5391150"/>
              <a:gd name="connsiteY4" fmla="*/ 0 h 1936750"/>
              <a:gd name="connsiteX0" fmla="*/ 0 w 5391150"/>
              <a:gd name="connsiteY0" fmla="*/ 0 h 1936750"/>
              <a:gd name="connsiteX1" fmla="*/ 5391150 w 5391150"/>
              <a:gd name="connsiteY1" fmla="*/ 0 h 1936750"/>
              <a:gd name="connsiteX2" fmla="*/ 4352925 w 5391150"/>
              <a:gd name="connsiteY2" fmla="*/ 1936750 h 1936750"/>
              <a:gd name="connsiteX3" fmla="*/ 0 w 5391150"/>
              <a:gd name="connsiteY3" fmla="*/ 1936750 h 1936750"/>
              <a:gd name="connsiteX4" fmla="*/ 0 w 5391150"/>
              <a:gd name="connsiteY4" fmla="*/ 0 h 1936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150" h="1936750">
                <a:moveTo>
                  <a:pt x="0" y="0"/>
                </a:moveTo>
                <a:lnTo>
                  <a:pt x="5391150" y="0"/>
                </a:lnTo>
                <a:lnTo>
                  <a:pt x="4352925" y="1936750"/>
                </a:lnTo>
                <a:lnTo>
                  <a:pt x="0" y="1936750"/>
                </a:lnTo>
                <a:lnTo>
                  <a:pt x="0" y="0"/>
                </a:lnTo>
                <a:close/>
              </a:path>
            </a:pathLst>
          </a:custGeom>
        </p:spPr>
        <p:txBody>
          <a:bodyPr anchor="ctr"/>
          <a:lstStyle>
            <a:lvl1pPr algn="ctr">
              <a:defRPr/>
            </a:lvl1pPr>
          </a:lstStyle>
          <a:p>
            <a:endParaRPr lang="en-US" dirty="0"/>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3677885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Map Stats Layout">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13833"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8" name="Text Placeholder 6"/>
          <p:cNvSpPr>
            <a:spLocks noGrp="1"/>
          </p:cNvSpPr>
          <p:nvPr>
            <p:ph type="body" sz="quarter" idx="11"/>
          </p:nvPr>
        </p:nvSpPr>
        <p:spPr>
          <a:xfrm>
            <a:off x="3350684"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9" name="Text Placeholder 6"/>
          <p:cNvSpPr>
            <a:spLocks noGrp="1"/>
          </p:cNvSpPr>
          <p:nvPr>
            <p:ph type="body" sz="quarter" idx="12"/>
          </p:nvPr>
        </p:nvSpPr>
        <p:spPr>
          <a:xfrm>
            <a:off x="6087535"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10" name="Text Placeholder 6"/>
          <p:cNvSpPr>
            <a:spLocks noGrp="1"/>
          </p:cNvSpPr>
          <p:nvPr>
            <p:ph type="body" sz="quarter" idx="13"/>
          </p:nvPr>
        </p:nvSpPr>
        <p:spPr>
          <a:xfrm>
            <a:off x="8824385"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11" name="Text Placeholder 6"/>
          <p:cNvSpPr>
            <a:spLocks noGrp="1"/>
          </p:cNvSpPr>
          <p:nvPr>
            <p:ph type="body" sz="quarter" idx="14"/>
          </p:nvPr>
        </p:nvSpPr>
        <p:spPr>
          <a:xfrm>
            <a:off x="613833"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2" name="Text Placeholder 6"/>
          <p:cNvSpPr>
            <a:spLocks noGrp="1"/>
          </p:cNvSpPr>
          <p:nvPr>
            <p:ph type="body" sz="quarter" idx="15"/>
          </p:nvPr>
        </p:nvSpPr>
        <p:spPr>
          <a:xfrm>
            <a:off x="3350684"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3" name="Text Placeholder 6"/>
          <p:cNvSpPr>
            <a:spLocks noGrp="1"/>
          </p:cNvSpPr>
          <p:nvPr>
            <p:ph type="body" sz="quarter" idx="16"/>
          </p:nvPr>
        </p:nvSpPr>
        <p:spPr>
          <a:xfrm>
            <a:off x="6087535"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4" name="Text Placeholder 6"/>
          <p:cNvSpPr>
            <a:spLocks noGrp="1"/>
          </p:cNvSpPr>
          <p:nvPr>
            <p:ph type="body" sz="quarter" idx="17"/>
          </p:nvPr>
        </p:nvSpPr>
        <p:spPr>
          <a:xfrm>
            <a:off x="8824385"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5"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16"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8" name="Text Placeholder 11"/>
          <p:cNvSpPr>
            <a:spLocks noGrp="1"/>
          </p:cNvSpPr>
          <p:nvPr>
            <p:ph type="body" sz="quarter" idx="18"/>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55028568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Column icon layout">
    <p:spTree>
      <p:nvGrpSpPr>
        <p:cNvPr id="1" name=""/>
        <p:cNvGrpSpPr/>
        <p:nvPr/>
      </p:nvGrpSpPr>
      <p:grpSpPr>
        <a:xfrm>
          <a:off x="0" y="0"/>
          <a:ext cx="0" cy="0"/>
          <a:chOff x="0" y="0"/>
          <a:chExt cx="0" cy="0"/>
        </a:xfrm>
      </p:grpSpPr>
      <p:sp>
        <p:nvSpPr>
          <p:cNvPr id="4"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11" name="Text Placeholder 6"/>
          <p:cNvSpPr>
            <a:spLocks noGrp="1"/>
          </p:cNvSpPr>
          <p:nvPr>
            <p:ph type="body" sz="quarter" idx="14"/>
          </p:nvPr>
        </p:nvSpPr>
        <p:spPr>
          <a:xfrm>
            <a:off x="601132" y="2733675"/>
            <a:ext cx="2749552" cy="3659188"/>
          </a:xfrm>
          <a:prstGeom prst="rect">
            <a:avLst/>
          </a:prstGeom>
        </p:spPr>
        <p:txBody>
          <a:bodyPr l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2" name="Text Placeholder 6"/>
          <p:cNvSpPr>
            <a:spLocks noGrp="1"/>
          </p:cNvSpPr>
          <p:nvPr>
            <p:ph type="body" sz="quarter" idx="15"/>
          </p:nvPr>
        </p:nvSpPr>
        <p:spPr>
          <a:xfrm>
            <a:off x="3350684" y="2733675"/>
            <a:ext cx="2736851" cy="3659188"/>
          </a:xfrm>
          <a:prstGeom prst="rect">
            <a:avLst/>
          </a:prstGeom>
        </p:spPr>
        <p:txBody>
          <a:bodyPr l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3" name="Text Placeholder 6"/>
          <p:cNvSpPr>
            <a:spLocks noGrp="1"/>
          </p:cNvSpPr>
          <p:nvPr>
            <p:ph type="body" sz="quarter" idx="16"/>
          </p:nvPr>
        </p:nvSpPr>
        <p:spPr>
          <a:xfrm>
            <a:off x="6087535" y="2733675"/>
            <a:ext cx="2736851" cy="3659188"/>
          </a:xfrm>
          <a:prstGeom prst="rect">
            <a:avLst/>
          </a:prstGeom>
        </p:spPr>
        <p:txBody>
          <a:bodyPr l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4" name="Text Placeholder 6"/>
          <p:cNvSpPr>
            <a:spLocks noGrp="1"/>
          </p:cNvSpPr>
          <p:nvPr>
            <p:ph type="body" sz="quarter" idx="17"/>
          </p:nvPr>
        </p:nvSpPr>
        <p:spPr>
          <a:xfrm>
            <a:off x="8824385" y="2733675"/>
            <a:ext cx="2736851" cy="3659188"/>
          </a:xfrm>
          <a:prstGeom prst="rect">
            <a:avLst/>
          </a:prstGeom>
        </p:spPr>
        <p:txBody>
          <a:bodyPr l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5" name="Picture Placeholder 16"/>
          <p:cNvSpPr>
            <a:spLocks noGrp="1"/>
          </p:cNvSpPr>
          <p:nvPr>
            <p:ph type="pic" sz="quarter" idx="18" hasCustomPrompt="1"/>
          </p:nvPr>
        </p:nvSpPr>
        <p:spPr>
          <a:xfrm>
            <a:off x="565454" y="1944689"/>
            <a:ext cx="980017" cy="735013"/>
          </a:xfrm>
          <a:prstGeom prst="rect">
            <a:avLst/>
          </a:prstGeom>
        </p:spPr>
        <p:txBody>
          <a:bodyPr anchor="ctr"/>
          <a:lstStyle>
            <a:lvl1pPr algn="ctr">
              <a:defRPr>
                <a:solidFill>
                  <a:schemeClr val="accent6"/>
                </a:solidFill>
              </a:defRPr>
            </a:lvl1pPr>
          </a:lstStyle>
          <a:p>
            <a:r>
              <a:rPr lang="en-US" dirty="0"/>
              <a:t>icon</a:t>
            </a:r>
          </a:p>
        </p:txBody>
      </p:sp>
      <p:sp>
        <p:nvSpPr>
          <p:cNvPr id="16" name="Picture Placeholder 16"/>
          <p:cNvSpPr>
            <a:spLocks noGrp="1"/>
          </p:cNvSpPr>
          <p:nvPr>
            <p:ph type="pic" sz="quarter" idx="19" hasCustomPrompt="1"/>
          </p:nvPr>
        </p:nvSpPr>
        <p:spPr>
          <a:xfrm>
            <a:off x="8856437" y="1944689"/>
            <a:ext cx="980017" cy="735013"/>
          </a:xfrm>
          <a:prstGeom prst="rect">
            <a:avLst/>
          </a:prstGeom>
        </p:spPr>
        <p:txBody>
          <a:bodyPr anchor="ctr"/>
          <a:lstStyle>
            <a:lvl1pPr algn="ctr">
              <a:defRPr>
                <a:solidFill>
                  <a:schemeClr val="accent6"/>
                </a:solidFill>
              </a:defRPr>
            </a:lvl1pPr>
          </a:lstStyle>
          <a:p>
            <a:r>
              <a:rPr lang="en-US" dirty="0"/>
              <a:t>icon</a:t>
            </a:r>
          </a:p>
        </p:txBody>
      </p:sp>
      <p:sp>
        <p:nvSpPr>
          <p:cNvPr id="17" name="Picture Placeholder 16"/>
          <p:cNvSpPr>
            <a:spLocks noGrp="1"/>
          </p:cNvSpPr>
          <p:nvPr>
            <p:ph type="pic" sz="quarter" idx="20" hasCustomPrompt="1"/>
          </p:nvPr>
        </p:nvSpPr>
        <p:spPr>
          <a:xfrm>
            <a:off x="6092777" y="1944689"/>
            <a:ext cx="980017" cy="735013"/>
          </a:xfrm>
          <a:prstGeom prst="rect">
            <a:avLst/>
          </a:prstGeom>
        </p:spPr>
        <p:txBody>
          <a:bodyPr anchor="ctr"/>
          <a:lstStyle>
            <a:lvl1pPr algn="ctr">
              <a:defRPr>
                <a:solidFill>
                  <a:schemeClr val="accent6"/>
                </a:solidFill>
              </a:defRPr>
            </a:lvl1pPr>
          </a:lstStyle>
          <a:p>
            <a:r>
              <a:rPr lang="en-US" dirty="0"/>
              <a:t>icon</a:t>
            </a:r>
          </a:p>
        </p:txBody>
      </p:sp>
      <p:sp>
        <p:nvSpPr>
          <p:cNvPr id="18" name="Picture Placeholder 16"/>
          <p:cNvSpPr>
            <a:spLocks noGrp="1"/>
          </p:cNvSpPr>
          <p:nvPr>
            <p:ph type="pic" sz="quarter" idx="21" hasCustomPrompt="1"/>
          </p:nvPr>
        </p:nvSpPr>
        <p:spPr>
          <a:xfrm>
            <a:off x="3329116" y="1944689"/>
            <a:ext cx="980017" cy="735013"/>
          </a:xfrm>
          <a:prstGeom prst="rect">
            <a:avLst/>
          </a:prstGeom>
        </p:spPr>
        <p:txBody>
          <a:bodyPr anchor="ctr"/>
          <a:lstStyle>
            <a:lvl1pPr algn="ctr">
              <a:defRPr>
                <a:solidFill>
                  <a:schemeClr val="accent6"/>
                </a:solidFill>
              </a:defRPr>
            </a:lvl1pPr>
          </a:lstStyle>
          <a:p>
            <a:r>
              <a:rPr lang="en-US" dirty="0"/>
              <a:t>icon</a:t>
            </a:r>
          </a:p>
        </p:txBody>
      </p:sp>
      <p:sp>
        <p:nvSpPr>
          <p:cNvPr id="22"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23"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6982320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 Column picture layout">
    <p:spTree>
      <p:nvGrpSpPr>
        <p:cNvPr id="1" name=""/>
        <p:cNvGrpSpPr/>
        <p:nvPr/>
      </p:nvGrpSpPr>
      <p:grpSpPr>
        <a:xfrm>
          <a:off x="0" y="0"/>
          <a:ext cx="0" cy="0"/>
          <a:chOff x="0" y="0"/>
          <a:chExt cx="0" cy="0"/>
        </a:xfrm>
      </p:grpSpPr>
      <p:sp>
        <p:nvSpPr>
          <p:cNvPr id="11" name="Text Placeholder 6"/>
          <p:cNvSpPr>
            <a:spLocks noGrp="1"/>
          </p:cNvSpPr>
          <p:nvPr>
            <p:ph type="body" sz="quarter" idx="14"/>
          </p:nvPr>
        </p:nvSpPr>
        <p:spPr>
          <a:xfrm>
            <a:off x="774701" y="3427413"/>
            <a:ext cx="2412999" cy="2965450"/>
          </a:xfrm>
          <a:prstGeom prst="rect">
            <a:avLst/>
          </a:prstGeom>
        </p:spPr>
        <p:txBody>
          <a:bodyPr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5" name="Picture Placeholder 16"/>
          <p:cNvSpPr>
            <a:spLocks noGrp="1"/>
          </p:cNvSpPr>
          <p:nvPr>
            <p:ph type="pic" sz="quarter" idx="18" hasCustomPrompt="1"/>
          </p:nvPr>
        </p:nvSpPr>
        <p:spPr>
          <a:xfrm>
            <a:off x="774701" y="1944689"/>
            <a:ext cx="2412999" cy="1131887"/>
          </a:xfrm>
          <a:prstGeom prst="rect">
            <a:avLst/>
          </a:prstGeom>
        </p:spPr>
        <p:txBody>
          <a:bodyPr anchor="ctr"/>
          <a:lstStyle>
            <a:lvl1pPr algn="ctr">
              <a:defRPr>
                <a:solidFill>
                  <a:schemeClr val="accent6"/>
                </a:solidFill>
              </a:defRPr>
            </a:lvl1pPr>
          </a:lstStyle>
          <a:p>
            <a:r>
              <a:rPr lang="en-US" dirty="0"/>
              <a:t>icon</a:t>
            </a:r>
          </a:p>
        </p:txBody>
      </p:sp>
      <p:sp>
        <p:nvSpPr>
          <p:cNvPr id="19" name="Rectangle 18"/>
          <p:cNvSpPr/>
          <p:nvPr userDrawn="1"/>
        </p:nvSpPr>
        <p:spPr>
          <a:xfrm>
            <a:off x="774701" y="2686051"/>
            <a:ext cx="2412999"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E4002B"/>
              </a:solidFill>
            </a:endParaRPr>
          </a:p>
        </p:txBody>
      </p:sp>
      <p:sp>
        <p:nvSpPr>
          <p:cNvPr id="20" name="Text Placeholder 6"/>
          <p:cNvSpPr>
            <a:spLocks noGrp="1"/>
          </p:cNvSpPr>
          <p:nvPr>
            <p:ph type="body" sz="quarter" idx="19"/>
          </p:nvPr>
        </p:nvSpPr>
        <p:spPr>
          <a:xfrm>
            <a:off x="3505202" y="3427413"/>
            <a:ext cx="2404532" cy="2965450"/>
          </a:xfrm>
          <a:prstGeom prst="rect">
            <a:avLst/>
          </a:prstGeom>
        </p:spPr>
        <p:txBody>
          <a:bodyPr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1" name="Picture Placeholder 16"/>
          <p:cNvSpPr>
            <a:spLocks noGrp="1"/>
          </p:cNvSpPr>
          <p:nvPr>
            <p:ph type="pic" sz="quarter" idx="20" hasCustomPrompt="1"/>
          </p:nvPr>
        </p:nvSpPr>
        <p:spPr>
          <a:xfrm>
            <a:off x="3505202" y="1944689"/>
            <a:ext cx="2412999" cy="1131887"/>
          </a:xfrm>
          <a:prstGeom prst="rect">
            <a:avLst/>
          </a:prstGeom>
        </p:spPr>
        <p:txBody>
          <a:bodyPr anchor="ctr"/>
          <a:lstStyle>
            <a:lvl1pPr algn="ctr">
              <a:defRPr>
                <a:solidFill>
                  <a:schemeClr val="accent6"/>
                </a:solidFill>
              </a:defRPr>
            </a:lvl1pPr>
          </a:lstStyle>
          <a:p>
            <a:r>
              <a:rPr lang="en-US" dirty="0"/>
              <a:t>icon</a:t>
            </a:r>
          </a:p>
        </p:txBody>
      </p:sp>
      <p:sp>
        <p:nvSpPr>
          <p:cNvPr id="22" name="Rectangle 21"/>
          <p:cNvSpPr/>
          <p:nvPr userDrawn="1"/>
        </p:nvSpPr>
        <p:spPr>
          <a:xfrm>
            <a:off x="3505202" y="2686051"/>
            <a:ext cx="2412999"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E4002B"/>
              </a:solidFill>
            </a:endParaRPr>
          </a:p>
        </p:txBody>
      </p:sp>
      <p:sp>
        <p:nvSpPr>
          <p:cNvPr id="23" name="Text Placeholder 6"/>
          <p:cNvSpPr>
            <a:spLocks noGrp="1"/>
          </p:cNvSpPr>
          <p:nvPr>
            <p:ph type="body" sz="quarter" idx="21"/>
          </p:nvPr>
        </p:nvSpPr>
        <p:spPr>
          <a:xfrm>
            <a:off x="6261102" y="3427413"/>
            <a:ext cx="2412999" cy="2965450"/>
          </a:xfrm>
          <a:prstGeom prst="rect">
            <a:avLst/>
          </a:prstGeom>
        </p:spPr>
        <p:txBody>
          <a:bodyPr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4" name="Picture Placeholder 16"/>
          <p:cNvSpPr>
            <a:spLocks noGrp="1"/>
          </p:cNvSpPr>
          <p:nvPr>
            <p:ph type="pic" sz="quarter" idx="22" hasCustomPrompt="1"/>
          </p:nvPr>
        </p:nvSpPr>
        <p:spPr>
          <a:xfrm>
            <a:off x="6261102" y="1944689"/>
            <a:ext cx="2412999" cy="1131887"/>
          </a:xfrm>
          <a:prstGeom prst="rect">
            <a:avLst/>
          </a:prstGeom>
        </p:spPr>
        <p:txBody>
          <a:bodyPr anchor="ctr"/>
          <a:lstStyle>
            <a:lvl1pPr algn="ctr">
              <a:defRPr>
                <a:solidFill>
                  <a:schemeClr val="accent6"/>
                </a:solidFill>
              </a:defRPr>
            </a:lvl1pPr>
          </a:lstStyle>
          <a:p>
            <a:r>
              <a:rPr lang="en-US" dirty="0"/>
              <a:t>icon</a:t>
            </a:r>
          </a:p>
        </p:txBody>
      </p:sp>
      <p:sp>
        <p:nvSpPr>
          <p:cNvPr id="25" name="Rectangle 24"/>
          <p:cNvSpPr/>
          <p:nvPr userDrawn="1"/>
        </p:nvSpPr>
        <p:spPr>
          <a:xfrm>
            <a:off x="6261102" y="2686051"/>
            <a:ext cx="2412999"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E4002B"/>
              </a:solidFill>
            </a:endParaRPr>
          </a:p>
        </p:txBody>
      </p:sp>
      <p:sp>
        <p:nvSpPr>
          <p:cNvPr id="26" name="Text Placeholder 6"/>
          <p:cNvSpPr>
            <a:spLocks noGrp="1"/>
          </p:cNvSpPr>
          <p:nvPr>
            <p:ph type="body" sz="quarter" idx="23"/>
          </p:nvPr>
        </p:nvSpPr>
        <p:spPr>
          <a:xfrm>
            <a:off x="8991602" y="3427413"/>
            <a:ext cx="2412999" cy="2965450"/>
          </a:xfrm>
          <a:prstGeom prst="rect">
            <a:avLst/>
          </a:prstGeom>
        </p:spPr>
        <p:txBody>
          <a:bodyPr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7" name="Picture Placeholder 16"/>
          <p:cNvSpPr>
            <a:spLocks noGrp="1"/>
          </p:cNvSpPr>
          <p:nvPr>
            <p:ph type="pic" sz="quarter" idx="24" hasCustomPrompt="1"/>
          </p:nvPr>
        </p:nvSpPr>
        <p:spPr>
          <a:xfrm>
            <a:off x="8991602" y="1944689"/>
            <a:ext cx="2412999" cy="1131887"/>
          </a:xfrm>
          <a:prstGeom prst="rect">
            <a:avLst/>
          </a:prstGeom>
        </p:spPr>
        <p:txBody>
          <a:bodyPr anchor="ctr"/>
          <a:lstStyle>
            <a:lvl1pPr algn="ctr">
              <a:defRPr>
                <a:solidFill>
                  <a:schemeClr val="accent6"/>
                </a:solidFill>
              </a:defRPr>
            </a:lvl1pPr>
          </a:lstStyle>
          <a:p>
            <a:r>
              <a:rPr lang="en-US" dirty="0"/>
              <a:t>icon</a:t>
            </a:r>
          </a:p>
        </p:txBody>
      </p:sp>
      <p:sp>
        <p:nvSpPr>
          <p:cNvPr id="28" name="Rectangle 27"/>
          <p:cNvSpPr/>
          <p:nvPr userDrawn="1"/>
        </p:nvSpPr>
        <p:spPr>
          <a:xfrm>
            <a:off x="8991602" y="2686051"/>
            <a:ext cx="2412999"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E4002B"/>
              </a:solidFill>
            </a:endParaRPr>
          </a:p>
        </p:txBody>
      </p:sp>
      <p:sp>
        <p:nvSpPr>
          <p:cNvPr id="16"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17"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2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28421326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 Infographic layout">
    <p:spTree>
      <p:nvGrpSpPr>
        <p:cNvPr id="1" name=""/>
        <p:cNvGrpSpPr/>
        <p:nvPr/>
      </p:nvGrpSpPr>
      <p:grpSpPr>
        <a:xfrm>
          <a:off x="0" y="0"/>
          <a:ext cx="0" cy="0"/>
          <a:chOff x="0" y="0"/>
          <a:chExt cx="0" cy="0"/>
        </a:xfrm>
      </p:grpSpPr>
      <p:sp>
        <p:nvSpPr>
          <p:cNvPr id="3"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5" name="Chart Placeholder 4"/>
          <p:cNvSpPr>
            <a:spLocks noGrp="1"/>
          </p:cNvSpPr>
          <p:nvPr>
            <p:ph type="chart" sz="quarter" idx="10"/>
          </p:nvPr>
        </p:nvSpPr>
        <p:spPr>
          <a:xfrm>
            <a:off x="6278033" y="1944689"/>
            <a:ext cx="5283200" cy="3706813"/>
          </a:xfrm>
          <a:prstGeom prst="rect">
            <a:avLst/>
          </a:prstGeom>
        </p:spPr>
        <p:txBody>
          <a:bodyPr anchor="ctr"/>
          <a:lstStyle>
            <a:lvl1pPr algn="ctr">
              <a:buNone/>
              <a:defRPr sz="1800">
                <a:solidFill>
                  <a:schemeClr val="bg2"/>
                </a:solidFill>
              </a:defRPr>
            </a:lvl1pPr>
          </a:lstStyle>
          <a:p>
            <a:endParaRPr lang="en-US" dirty="0"/>
          </a:p>
        </p:txBody>
      </p:sp>
      <p:sp>
        <p:nvSpPr>
          <p:cNvPr id="6" name="Text Placeholder 9"/>
          <p:cNvSpPr>
            <a:spLocks noGrp="1"/>
          </p:cNvSpPr>
          <p:nvPr>
            <p:ph type="body" sz="quarter" idx="11"/>
          </p:nvPr>
        </p:nvSpPr>
        <p:spPr>
          <a:xfrm>
            <a:off x="601133" y="1944688"/>
            <a:ext cx="5308601" cy="4448175"/>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Text Placeholder 7"/>
          <p:cNvSpPr>
            <a:spLocks noGrp="1"/>
          </p:cNvSpPr>
          <p:nvPr>
            <p:ph type="body" sz="quarter" idx="12"/>
          </p:nvPr>
        </p:nvSpPr>
        <p:spPr>
          <a:xfrm>
            <a:off x="6278033" y="1944688"/>
            <a:ext cx="5283200" cy="419100"/>
          </a:xfrm>
          <a:prstGeom prst="rect">
            <a:avLst/>
          </a:prstGeom>
        </p:spPr>
        <p:txBody>
          <a:bodyPr/>
          <a:lstStyle>
            <a:lvl1pPr>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endParaRPr lang="en-US"/>
          </a:p>
        </p:txBody>
      </p:sp>
      <p:sp>
        <p:nvSpPr>
          <p:cNvPr id="9"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1" name="Text Placeholder 11"/>
          <p:cNvSpPr>
            <a:spLocks noGrp="1"/>
          </p:cNvSpPr>
          <p:nvPr>
            <p:ph type="body" sz="quarter" idx="13"/>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537699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 Infographic layout">
    <p:spTree>
      <p:nvGrpSpPr>
        <p:cNvPr id="1" name=""/>
        <p:cNvGrpSpPr/>
        <p:nvPr/>
      </p:nvGrpSpPr>
      <p:grpSpPr>
        <a:xfrm>
          <a:off x="0" y="0"/>
          <a:ext cx="0" cy="0"/>
          <a:chOff x="0" y="0"/>
          <a:chExt cx="0" cy="0"/>
        </a:xfrm>
      </p:grpSpPr>
      <p:sp>
        <p:nvSpPr>
          <p:cNvPr id="3"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5" name="Chart Placeholder 4"/>
          <p:cNvSpPr>
            <a:spLocks noGrp="1"/>
          </p:cNvSpPr>
          <p:nvPr>
            <p:ph type="chart" sz="quarter" idx="10"/>
          </p:nvPr>
        </p:nvSpPr>
        <p:spPr>
          <a:xfrm>
            <a:off x="6256865" y="3954463"/>
            <a:ext cx="5329768" cy="2438400"/>
          </a:xfrm>
          <a:prstGeom prst="rect">
            <a:avLst/>
          </a:prstGeom>
        </p:spPr>
        <p:txBody>
          <a:bodyPr anchor="ctr"/>
          <a:lstStyle>
            <a:lvl1pPr algn="ctr">
              <a:buNone/>
              <a:defRPr sz="1800">
                <a:solidFill>
                  <a:schemeClr val="bg2"/>
                </a:solidFill>
              </a:defRPr>
            </a:lvl1pPr>
          </a:lstStyle>
          <a:p>
            <a:endParaRPr lang="en-US" dirty="0"/>
          </a:p>
        </p:txBody>
      </p:sp>
      <p:sp>
        <p:nvSpPr>
          <p:cNvPr id="6" name="Text Placeholder 9"/>
          <p:cNvSpPr>
            <a:spLocks noGrp="1"/>
          </p:cNvSpPr>
          <p:nvPr>
            <p:ph type="body" sz="quarter" idx="11"/>
          </p:nvPr>
        </p:nvSpPr>
        <p:spPr>
          <a:xfrm>
            <a:off x="601133" y="1944688"/>
            <a:ext cx="5308600" cy="1482726"/>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Text Placeholder 7"/>
          <p:cNvSpPr>
            <a:spLocks noGrp="1"/>
          </p:cNvSpPr>
          <p:nvPr>
            <p:ph type="body" sz="quarter" idx="12"/>
          </p:nvPr>
        </p:nvSpPr>
        <p:spPr>
          <a:xfrm>
            <a:off x="6256867" y="3570288"/>
            <a:ext cx="5329767" cy="384175"/>
          </a:xfrm>
          <a:prstGeom prst="rect">
            <a:avLst/>
          </a:prstGeom>
        </p:spPr>
        <p:txBody>
          <a:bodyPr/>
          <a:lstStyle>
            <a:lvl1pPr>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endParaRPr lang="en-US"/>
          </a:p>
        </p:txBody>
      </p:sp>
      <p:sp>
        <p:nvSpPr>
          <p:cNvPr id="9" name="Chart Placeholder 4"/>
          <p:cNvSpPr>
            <a:spLocks noGrp="1"/>
          </p:cNvSpPr>
          <p:nvPr>
            <p:ph type="chart" sz="quarter" idx="14"/>
          </p:nvPr>
        </p:nvSpPr>
        <p:spPr>
          <a:xfrm>
            <a:off x="601133" y="3954463"/>
            <a:ext cx="5308601" cy="2438400"/>
          </a:xfrm>
          <a:prstGeom prst="rect">
            <a:avLst/>
          </a:prstGeom>
        </p:spPr>
        <p:txBody>
          <a:bodyPr anchor="ctr"/>
          <a:lstStyle>
            <a:lvl1pPr algn="ctr">
              <a:buNone/>
              <a:defRPr sz="1800">
                <a:solidFill>
                  <a:schemeClr val="bg2"/>
                </a:solidFill>
              </a:defRPr>
            </a:lvl1pPr>
          </a:lstStyle>
          <a:p>
            <a:endParaRPr lang="en-US" dirty="0"/>
          </a:p>
        </p:txBody>
      </p:sp>
      <p:sp>
        <p:nvSpPr>
          <p:cNvPr id="11" name="Text Placeholder 7"/>
          <p:cNvSpPr>
            <a:spLocks noGrp="1"/>
          </p:cNvSpPr>
          <p:nvPr>
            <p:ph type="body" sz="quarter" idx="15"/>
          </p:nvPr>
        </p:nvSpPr>
        <p:spPr>
          <a:xfrm>
            <a:off x="601132" y="3570288"/>
            <a:ext cx="5308603" cy="384175"/>
          </a:xfrm>
          <a:prstGeom prst="rect">
            <a:avLst/>
          </a:prstGeom>
        </p:spPr>
        <p:txBody>
          <a:bodyPr/>
          <a:lstStyle>
            <a:lvl1pPr>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endParaRPr lang="en-US"/>
          </a:p>
        </p:txBody>
      </p:sp>
      <p:sp>
        <p:nvSpPr>
          <p:cNvPr id="12" name="Text Placeholder 9"/>
          <p:cNvSpPr>
            <a:spLocks noGrp="1"/>
          </p:cNvSpPr>
          <p:nvPr>
            <p:ph type="body" sz="quarter" idx="16"/>
          </p:nvPr>
        </p:nvSpPr>
        <p:spPr>
          <a:xfrm>
            <a:off x="6256867" y="1944688"/>
            <a:ext cx="5329767" cy="1482726"/>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7"/>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3889916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4 Column icon layout">
    <p:spTree>
      <p:nvGrpSpPr>
        <p:cNvPr id="1" name=""/>
        <p:cNvGrpSpPr/>
        <p:nvPr/>
      </p:nvGrpSpPr>
      <p:grpSpPr>
        <a:xfrm>
          <a:off x="0" y="0"/>
          <a:ext cx="0" cy="0"/>
          <a:chOff x="0" y="0"/>
          <a:chExt cx="0" cy="0"/>
        </a:xfrm>
      </p:grpSpPr>
      <p:sp>
        <p:nvSpPr>
          <p:cNvPr id="4"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15" name="Picture Placeholder 16"/>
          <p:cNvSpPr>
            <a:spLocks noGrp="1"/>
          </p:cNvSpPr>
          <p:nvPr>
            <p:ph type="pic" sz="quarter" idx="18" hasCustomPrompt="1"/>
          </p:nvPr>
        </p:nvSpPr>
        <p:spPr>
          <a:xfrm>
            <a:off x="774700" y="1495426"/>
            <a:ext cx="1168400" cy="1069977"/>
          </a:xfrm>
          <a:prstGeom prst="rect">
            <a:avLst/>
          </a:prstGeom>
        </p:spPr>
        <p:txBody>
          <a:bodyPr anchor="ctr"/>
          <a:lstStyle>
            <a:lvl1pPr algn="ctr">
              <a:defRPr>
                <a:solidFill>
                  <a:schemeClr val="accent6"/>
                </a:solidFill>
              </a:defRPr>
            </a:lvl1pPr>
          </a:lstStyle>
          <a:p>
            <a:r>
              <a:rPr lang="en-US" dirty="0"/>
              <a:t>icon</a:t>
            </a:r>
          </a:p>
        </p:txBody>
      </p:sp>
      <p:sp>
        <p:nvSpPr>
          <p:cNvPr id="16" name="Picture Placeholder 16"/>
          <p:cNvSpPr>
            <a:spLocks noGrp="1"/>
          </p:cNvSpPr>
          <p:nvPr>
            <p:ph type="pic" sz="quarter" idx="19" hasCustomPrompt="1"/>
          </p:nvPr>
        </p:nvSpPr>
        <p:spPr>
          <a:xfrm>
            <a:off x="9024761" y="1495426"/>
            <a:ext cx="1168400" cy="1069977"/>
          </a:xfrm>
          <a:prstGeom prst="rect">
            <a:avLst/>
          </a:prstGeom>
        </p:spPr>
        <p:txBody>
          <a:bodyPr anchor="ctr"/>
          <a:lstStyle>
            <a:lvl1pPr algn="ctr">
              <a:defRPr>
                <a:solidFill>
                  <a:schemeClr val="accent6"/>
                </a:solidFill>
              </a:defRPr>
            </a:lvl1pPr>
          </a:lstStyle>
          <a:p>
            <a:r>
              <a:rPr lang="en-US" dirty="0"/>
              <a:t>icon</a:t>
            </a:r>
          </a:p>
        </p:txBody>
      </p:sp>
      <p:sp>
        <p:nvSpPr>
          <p:cNvPr id="17" name="Picture Placeholder 16"/>
          <p:cNvSpPr>
            <a:spLocks noGrp="1"/>
          </p:cNvSpPr>
          <p:nvPr>
            <p:ph type="pic" sz="quarter" idx="20" hasCustomPrompt="1"/>
          </p:nvPr>
        </p:nvSpPr>
        <p:spPr>
          <a:xfrm>
            <a:off x="6261101" y="1495426"/>
            <a:ext cx="1168400" cy="1069977"/>
          </a:xfrm>
          <a:prstGeom prst="rect">
            <a:avLst/>
          </a:prstGeom>
        </p:spPr>
        <p:txBody>
          <a:bodyPr anchor="ctr"/>
          <a:lstStyle>
            <a:lvl1pPr algn="ctr">
              <a:defRPr>
                <a:solidFill>
                  <a:schemeClr val="accent6"/>
                </a:solidFill>
              </a:defRPr>
            </a:lvl1pPr>
          </a:lstStyle>
          <a:p>
            <a:r>
              <a:rPr lang="en-US" dirty="0"/>
              <a:t>icon</a:t>
            </a:r>
          </a:p>
        </p:txBody>
      </p:sp>
      <p:sp>
        <p:nvSpPr>
          <p:cNvPr id="18" name="Picture Placeholder 16"/>
          <p:cNvSpPr>
            <a:spLocks noGrp="1"/>
          </p:cNvSpPr>
          <p:nvPr>
            <p:ph type="pic" sz="quarter" idx="21" hasCustomPrompt="1"/>
          </p:nvPr>
        </p:nvSpPr>
        <p:spPr>
          <a:xfrm>
            <a:off x="3497440" y="1495426"/>
            <a:ext cx="1168400" cy="1069977"/>
          </a:xfrm>
          <a:prstGeom prst="rect">
            <a:avLst/>
          </a:prstGeom>
        </p:spPr>
        <p:txBody>
          <a:bodyPr anchor="ctr"/>
          <a:lstStyle>
            <a:lvl1pPr algn="ctr">
              <a:defRPr>
                <a:solidFill>
                  <a:schemeClr val="accent6"/>
                </a:solidFill>
              </a:defRPr>
            </a:lvl1pPr>
          </a:lstStyle>
          <a:p>
            <a:r>
              <a:rPr lang="en-US" dirty="0"/>
              <a:t>icon</a:t>
            </a:r>
          </a:p>
        </p:txBody>
      </p:sp>
      <p:sp>
        <p:nvSpPr>
          <p:cNvPr id="19" name="Text Placeholder 6"/>
          <p:cNvSpPr>
            <a:spLocks noGrp="1"/>
          </p:cNvSpPr>
          <p:nvPr>
            <p:ph type="body" sz="quarter" idx="14"/>
          </p:nvPr>
        </p:nvSpPr>
        <p:spPr>
          <a:xfrm>
            <a:off x="774701" y="2679703"/>
            <a:ext cx="2412999" cy="3713161"/>
          </a:xfrm>
          <a:prstGeom prst="rect">
            <a:avLst/>
          </a:prstGeom>
        </p:spPr>
        <p:txBody>
          <a:bodyPr lIns="0" tIns="0" rIns="0" b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1" name="Text Placeholder 6"/>
          <p:cNvSpPr>
            <a:spLocks noGrp="1"/>
          </p:cNvSpPr>
          <p:nvPr>
            <p:ph type="body" sz="quarter" idx="22"/>
          </p:nvPr>
        </p:nvSpPr>
        <p:spPr>
          <a:xfrm>
            <a:off x="3505202" y="2679703"/>
            <a:ext cx="2404532" cy="3713161"/>
          </a:xfrm>
          <a:prstGeom prst="rect">
            <a:avLst/>
          </a:prstGeom>
        </p:spPr>
        <p:txBody>
          <a:bodyPr lIns="0" tIns="0" rIns="0" b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2" name="Text Placeholder 6"/>
          <p:cNvSpPr>
            <a:spLocks noGrp="1"/>
          </p:cNvSpPr>
          <p:nvPr>
            <p:ph type="body" sz="quarter" idx="23"/>
          </p:nvPr>
        </p:nvSpPr>
        <p:spPr>
          <a:xfrm>
            <a:off x="6261102" y="2679703"/>
            <a:ext cx="2412999" cy="3713161"/>
          </a:xfrm>
          <a:prstGeom prst="rect">
            <a:avLst/>
          </a:prstGeom>
        </p:spPr>
        <p:txBody>
          <a:bodyPr lIns="0" tIns="0" rIns="0" b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3" name="Text Placeholder 6"/>
          <p:cNvSpPr>
            <a:spLocks noGrp="1"/>
          </p:cNvSpPr>
          <p:nvPr>
            <p:ph type="body" sz="quarter" idx="24"/>
          </p:nvPr>
        </p:nvSpPr>
        <p:spPr>
          <a:xfrm>
            <a:off x="8991602" y="2679703"/>
            <a:ext cx="2412999" cy="3713161"/>
          </a:xfrm>
          <a:prstGeom prst="rect">
            <a:avLst/>
          </a:prstGeom>
        </p:spPr>
        <p:txBody>
          <a:bodyPr lIns="0" tIns="0" rIns="0" b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40741741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V_1 per page">
    <p:spTree>
      <p:nvGrpSpPr>
        <p:cNvPr id="1" name=""/>
        <p:cNvGrpSpPr/>
        <p:nvPr/>
      </p:nvGrpSpPr>
      <p:grpSpPr>
        <a:xfrm>
          <a:off x="0" y="0"/>
          <a:ext cx="0" cy="0"/>
          <a:chOff x="0" y="0"/>
          <a:chExt cx="0" cy="0"/>
        </a:xfrm>
      </p:grpSpPr>
      <p:sp>
        <p:nvSpPr>
          <p:cNvPr id="3" name="Text Placeholder 2"/>
          <p:cNvSpPr>
            <a:spLocks noGrp="1"/>
          </p:cNvSpPr>
          <p:nvPr>
            <p:ph type="body" sz="quarter" idx="25" hasCustomPrompt="1"/>
          </p:nvPr>
        </p:nvSpPr>
        <p:spPr>
          <a:xfrm>
            <a:off x="719667" y="3584454"/>
            <a:ext cx="5223933" cy="759182"/>
          </a:xfrm>
          <a:prstGeom prst="rect">
            <a:avLst/>
          </a:prstGeom>
        </p:spPr>
        <p:txBody>
          <a:bodyPr/>
          <a:lstStyle>
            <a:lvl1pPr marL="0" indent="0">
              <a:buNone/>
              <a:defRPr sz="1200" baseline="0"/>
            </a:lvl1pPr>
            <a:lvl2pPr marL="457200" indent="0">
              <a:spcAft>
                <a:spcPts val="600"/>
              </a:spcAft>
              <a:buNone/>
              <a:defRPr sz="1200"/>
            </a:lvl2pPr>
            <a:lvl3pPr marL="171450" indent="-171450">
              <a:spcAft>
                <a:spcPts val="600"/>
              </a:spcAft>
              <a:buFont typeface="Arial" panose="020B0604020202020204" pitchFamily="34" charset="0"/>
              <a:buChar char="•"/>
              <a:tabLst/>
              <a:defRPr sz="1200"/>
            </a:lvl3pPr>
            <a:lvl4pPr>
              <a:defRPr sz="1200"/>
            </a:lvl4pPr>
            <a:lvl5pPr>
              <a:defRPr sz="1200"/>
            </a:lvl5pPr>
          </a:lstStyle>
          <a:p>
            <a:pPr lvl="0"/>
            <a:r>
              <a:rPr lang="en-US"/>
              <a:t>Heading text </a:t>
            </a:r>
          </a:p>
          <a:p>
            <a:pPr lvl="0"/>
            <a:r>
              <a:rPr lang="en-US"/>
              <a:t>Body text</a:t>
            </a:r>
          </a:p>
          <a:p>
            <a:pPr lvl="2"/>
            <a:r>
              <a:rPr lang="en-US"/>
              <a:t>Bullet 1</a:t>
            </a:r>
            <a:endParaRPr lang="en-NZ"/>
          </a:p>
        </p:txBody>
      </p:sp>
      <p:sp>
        <p:nvSpPr>
          <p:cNvPr id="12" name="Text Placeholder 2"/>
          <p:cNvSpPr>
            <a:spLocks noGrp="1"/>
          </p:cNvSpPr>
          <p:nvPr>
            <p:ph type="body" sz="quarter" idx="35" hasCustomPrompt="1"/>
          </p:nvPr>
        </p:nvSpPr>
        <p:spPr>
          <a:xfrm>
            <a:off x="6244167" y="3584454"/>
            <a:ext cx="5223933" cy="759182"/>
          </a:xfrm>
          <a:prstGeom prst="rect">
            <a:avLst/>
          </a:prstGeom>
        </p:spPr>
        <p:txBody>
          <a:bodyPr/>
          <a:lstStyle>
            <a:lvl1pPr marL="0" indent="0">
              <a:buNone/>
              <a:defRPr sz="1200" baseline="0"/>
            </a:lvl1pPr>
            <a:lvl2pPr marL="457200" indent="0">
              <a:spcAft>
                <a:spcPts val="600"/>
              </a:spcAft>
              <a:buNone/>
              <a:defRPr sz="1200"/>
            </a:lvl2pPr>
            <a:lvl3pPr marL="177800" indent="-177800">
              <a:spcAft>
                <a:spcPts val="600"/>
              </a:spcAft>
              <a:tabLst/>
              <a:defRPr sz="1200"/>
            </a:lvl3pPr>
            <a:lvl4pPr>
              <a:defRPr sz="1200"/>
            </a:lvl4pPr>
            <a:lvl5pPr>
              <a:defRPr sz="1200"/>
            </a:lvl5pPr>
          </a:lstStyle>
          <a:p>
            <a:pPr lvl="0"/>
            <a:r>
              <a:rPr lang="en-US"/>
              <a:t>Heading text </a:t>
            </a:r>
          </a:p>
          <a:p>
            <a:pPr lvl="0"/>
            <a:r>
              <a:rPr lang="en-US"/>
              <a:t>Body text</a:t>
            </a:r>
          </a:p>
          <a:p>
            <a:pPr lvl="2"/>
            <a:r>
              <a:rPr lang="en-US"/>
              <a:t>Bullet 1</a:t>
            </a:r>
            <a:endParaRPr lang="en-NZ"/>
          </a:p>
        </p:txBody>
      </p:sp>
      <p:sp>
        <p:nvSpPr>
          <p:cNvPr id="13" name="Text Placeholder 2"/>
          <p:cNvSpPr>
            <a:spLocks noGrp="1"/>
          </p:cNvSpPr>
          <p:nvPr>
            <p:ph type="body" sz="quarter" idx="34" hasCustomPrompt="1"/>
          </p:nvPr>
        </p:nvSpPr>
        <p:spPr>
          <a:xfrm>
            <a:off x="2523066" y="2630652"/>
            <a:ext cx="3429001" cy="935641"/>
          </a:xfrm>
          <a:prstGeom prst="rect">
            <a:avLst/>
          </a:prstGeom>
        </p:spPr>
        <p:txBody>
          <a:bodyPr>
            <a:spAutoFit/>
          </a:bodyPr>
          <a:lstStyle>
            <a:lvl1pPr marL="0" indent="0">
              <a:spcAft>
                <a:spcPts val="0"/>
              </a:spcAft>
              <a:buNone/>
              <a:defRPr sz="1400" b="0" baseline="0">
                <a:solidFill>
                  <a:schemeClr val="bg2"/>
                </a:solidFill>
              </a:defRPr>
            </a:lvl1pPr>
            <a:lvl2pPr marL="457200" indent="0">
              <a:buNone/>
              <a:defRPr sz="1400">
                <a:solidFill>
                  <a:schemeClr val="bg2"/>
                </a:solidFill>
              </a:defRPr>
            </a:lvl2pPr>
            <a:lvl3pPr marL="0" indent="0">
              <a:spcAft>
                <a:spcPts val="0"/>
              </a:spcAft>
              <a:buFont typeface="Arial" panose="020B0604020202020204" pitchFamily="34" charset="0"/>
              <a:buNone/>
              <a:tabLst/>
              <a:defRPr sz="1000" baseline="0">
                <a:solidFill>
                  <a:schemeClr val="bg2"/>
                </a:solidFill>
              </a:defRPr>
            </a:lvl3pPr>
            <a:lvl4pPr>
              <a:defRPr sz="1100"/>
            </a:lvl4pPr>
            <a:lvl5pPr>
              <a:defRPr sz="1200"/>
            </a:lvl5pPr>
          </a:lstStyle>
          <a:p>
            <a:pPr lvl="0"/>
            <a:r>
              <a:rPr lang="en-US"/>
              <a:t>Name Surname</a:t>
            </a:r>
          </a:p>
          <a:p>
            <a:pPr lvl="0"/>
            <a:r>
              <a:rPr lang="en-US"/>
              <a:t>Title</a:t>
            </a:r>
          </a:p>
          <a:p>
            <a:pPr lvl="2"/>
            <a:r>
              <a:rPr lang="en-US"/>
              <a:t>Contact details</a:t>
            </a:r>
          </a:p>
          <a:p>
            <a:pPr lvl="2"/>
            <a:r>
              <a:rPr lang="en-US"/>
              <a:t>Email address</a:t>
            </a:r>
          </a:p>
        </p:txBody>
      </p:sp>
      <p:sp>
        <p:nvSpPr>
          <p:cNvPr id="14" name="Picture Placeholder 16"/>
          <p:cNvSpPr>
            <a:spLocks noGrp="1"/>
          </p:cNvSpPr>
          <p:nvPr>
            <p:ph type="pic" sz="quarter" idx="18" hasCustomPrompt="1"/>
          </p:nvPr>
        </p:nvSpPr>
        <p:spPr>
          <a:xfrm>
            <a:off x="719665" y="1942849"/>
            <a:ext cx="1655235" cy="1515802"/>
          </a:xfrm>
          <a:prstGeom prst="rect">
            <a:avLst/>
          </a:prstGeom>
          <a:solidFill>
            <a:schemeClr val="accent6">
              <a:lumMod val="95000"/>
            </a:schemeClr>
          </a:solidFill>
        </p:spPr>
        <p:txBody>
          <a:bodyPr anchor="ctr">
            <a:noAutofit/>
          </a:bodyPr>
          <a:lstStyle>
            <a:lvl1pPr marL="0" indent="0" algn="ctr">
              <a:buNone/>
              <a:defRPr sz="1400">
                <a:solidFill>
                  <a:schemeClr val="accent4"/>
                </a:solidFill>
              </a:defRPr>
            </a:lvl1pPr>
          </a:lstStyle>
          <a:p>
            <a:r>
              <a:rPr lang="en-NZ" dirty="0"/>
              <a:t>Click and open Windows Explorer</a:t>
            </a:r>
          </a:p>
        </p:txBody>
      </p:sp>
      <p:sp>
        <p:nvSpPr>
          <p:cNvPr id="9"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1" name="Text Placeholder 11"/>
          <p:cNvSpPr>
            <a:spLocks noGrp="1"/>
          </p:cNvSpPr>
          <p:nvPr>
            <p:ph type="body" sz="quarter" idx="15"/>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14086911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V_4 per page">
    <p:spTree>
      <p:nvGrpSpPr>
        <p:cNvPr id="1" name=""/>
        <p:cNvGrpSpPr/>
        <p:nvPr/>
      </p:nvGrpSpPr>
      <p:grpSpPr>
        <a:xfrm>
          <a:off x="0" y="0"/>
          <a:ext cx="0" cy="0"/>
          <a:chOff x="0" y="0"/>
          <a:chExt cx="0" cy="0"/>
        </a:xfrm>
      </p:grpSpPr>
      <p:sp>
        <p:nvSpPr>
          <p:cNvPr id="15" name="Picture Placeholder 16"/>
          <p:cNvSpPr>
            <a:spLocks noGrp="1"/>
          </p:cNvSpPr>
          <p:nvPr>
            <p:ph type="pic" sz="quarter" idx="18" hasCustomPrompt="1"/>
          </p:nvPr>
        </p:nvSpPr>
        <p:spPr>
          <a:xfrm>
            <a:off x="719665" y="1941466"/>
            <a:ext cx="1168400" cy="1069977"/>
          </a:xfrm>
          <a:prstGeom prst="rect">
            <a:avLst/>
          </a:prstGeom>
          <a:solidFill>
            <a:schemeClr val="accent6">
              <a:lumMod val="95000"/>
            </a:schemeClr>
          </a:solidFill>
        </p:spPr>
        <p:txBody>
          <a:bodyPr anchor="ctr">
            <a:noAutofit/>
          </a:bodyPr>
          <a:lstStyle>
            <a:lvl1pPr marL="0" indent="0" algn="ctr">
              <a:buNone/>
              <a:defRPr sz="1200">
                <a:solidFill>
                  <a:schemeClr val="accent4"/>
                </a:solidFill>
              </a:defRPr>
            </a:lvl1pPr>
          </a:lstStyle>
          <a:p>
            <a:r>
              <a:rPr lang="en-NZ" dirty="0"/>
              <a:t>Click and open Windows Explorer</a:t>
            </a:r>
          </a:p>
        </p:txBody>
      </p:sp>
      <p:sp>
        <p:nvSpPr>
          <p:cNvPr id="16" name="Picture Placeholder 16"/>
          <p:cNvSpPr>
            <a:spLocks noGrp="1"/>
          </p:cNvSpPr>
          <p:nvPr>
            <p:ph type="pic" sz="quarter" idx="19" hasCustomPrompt="1"/>
          </p:nvPr>
        </p:nvSpPr>
        <p:spPr>
          <a:xfrm>
            <a:off x="9006468" y="1941466"/>
            <a:ext cx="1168400" cy="1069977"/>
          </a:xfrm>
          <a:prstGeom prst="rect">
            <a:avLst/>
          </a:prstGeom>
          <a:solidFill>
            <a:schemeClr val="accent6">
              <a:lumMod val="95000"/>
            </a:schemeClr>
          </a:solidFill>
        </p:spPr>
        <p:txBody>
          <a:bodyPr anchor="ctr">
            <a:noAutofit/>
          </a:bodyPr>
          <a:lstStyle>
            <a:lvl1pPr marL="0" indent="0" algn="ctr">
              <a:buNone/>
              <a:defRPr sz="1200">
                <a:solidFill>
                  <a:schemeClr val="accent4"/>
                </a:solidFill>
              </a:defRPr>
            </a:lvl1pPr>
          </a:lstStyle>
          <a:p>
            <a:r>
              <a:rPr lang="en-NZ" dirty="0"/>
              <a:t>Click and open Windows Explorer</a:t>
            </a:r>
          </a:p>
        </p:txBody>
      </p:sp>
      <p:sp>
        <p:nvSpPr>
          <p:cNvPr id="17" name="Picture Placeholder 16"/>
          <p:cNvSpPr>
            <a:spLocks noGrp="1"/>
          </p:cNvSpPr>
          <p:nvPr>
            <p:ph type="pic" sz="quarter" idx="20" hasCustomPrompt="1"/>
          </p:nvPr>
        </p:nvSpPr>
        <p:spPr>
          <a:xfrm>
            <a:off x="6244201" y="1941466"/>
            <a:ext cx="1168400" cy="1069977"/>
          </a:xfrm>
          <a:prstGeom prst="rect">
            <a:avLst/>
          </a:prstGeom>
          <a:solidFill>
            <a:schemeClr val="accent6">
              <a:lumMod val="95000"/>
            </a:schemeClr>
          </a:solidFill>
        </p:spPr>
        <p:txBody>
          <a:bodyPr anchor="ctr">
            <a:noAutofit/>
          </a:bodyPr>
          <a:lstStyle>
            <a:lvl1pPr marL="0" indent="0" algn="ctr">
              <a:buNone/>
              <a:defRPr sz="1200">
                <a:solidFill>
                  <a:schemeClr val="accent4"/>
                </a:solidFill>
              </a:defRPr>
            </a:lvl1pPr>
          </a:lstStyle>
          <a:p>
            <a:r>
              <a:rPr lang="en-NZ" dirty="0"/>
              <a:t>Click and open Windows Explorer</a:t>
            </a:r>
          </a:p>
        </p:txBody>
      </p:sp>
      <p:sp>
        <p:nvSpPr>
          <p:cNvPr id="18" name="Picture Placeholder 16"/>
          <p:cNvSpPr>
            <a:spLocks noGrp="1"/>
          </p:cNvSpPr>
          <p:nvPr>
            <p:ph type="pic" sz="quarter" idx="21" hasCustomPrompt="1"/>
          </p:nvPr>
        </p:nvSpPr>
        <p:spPr>
          <a:xfrm>
            <a:off x="3481933" y="1941466"/>
            <a:ext cx="1168400" cy="1069977"/>
          </a:xfrm>
          <a:prstGeom prst="rect">
            <a:avLst/>
          </a:prstGeom>
          <a:solidFill>
            <a:schemeClr val="accent6">
              <a:lumMod val="95000"/>
            </a:schemeClr>
          </a:solidFill>
        </p:spPr>
        <p:txBody>
          <a:bodyPr anchor="ctr">
            <a:noAutofit/>
          </a:bodyPr>
          <a:lstStyle>
            <a:lvl1pPr marL="0" indent="0" algn="ctr">
              <a:buNone/>
              <a:defRPr sz="1200">
                <a:solidFill>
                  <a:schemeClr val="accent4"/>
                </a:solidFill>
              </a:defRPr>
            </a:lvl1pPr>
          </a:lstStyle>
          <a:p>
            <a:r>
              <a:rPr lang="en-NZ" dirty="0"/>
              <a:t>Click and open Windows Explorer</a:t>
            </a:r>
          </a:p>
        </p:txBody>
      </p:sp>
      <p:sp>
        <p:nvSpPr>
          <p:cNvPr id="32" name="Text Placeholder 2"/>
          <p:cNvSpPr>
            <a:spLocks noGrp="1"/>
          </p:cNvSpPr>
          <p:nvPr>
            <p:ph type="body" sz="quarter" idx="29" hasCustomPrompt="1"/>
          </p:nvPr>
        </p:nvSpPr>
        <p:spPr>
          <a:xfrm>
            <a:off x="719667" y="6085087"/>
            <a:ext cx="2457451" cy="307777"/>
          </a:xfrm>
          <a:prstGeom prst="rect">
            <a:avLst/>
          </a:prstGeom>
        </p:spPr>
        <p:txBody>
          <a:bodyPr anchor="b" anchorCtr="0"/>
          <a:lstStyle>
            <a:lvl1pPr marL="0" indent="0">
              <a:spcAft>
                <a:spcPts val="0"/>
              </a:spcAft>
              <a:buNone/>
              <a:defRPr sz="1000" baseline="0">
                <a:solidFill>
                  <a:schemeClr val="accent4"/>
                </a:solidFill>
              </a:defRPr>
            </a:lvl1pPr>
            <a:lvl2pPr>
              <a:defRPr sz="1200"/>
            </a:lvl2pPr>
            <a:lvl3pPr marL="177800" indent="-177800">
              <a:tabLst/>
              <a:defRPr sz="1200"/>
            </a:lvl3pPr>
            <a:lvl4pPr>
              <a:defRPr sz="1200"/>
            </a:lvl4pPr>
            <a:lvl5pPr>
              <a:defRPr sz="1200"/>
            </a:lvl5pPr>
          </a:lstStyle>
          <a:p>
            <a:pPr lvl="0"/>
            <a:r>
              <a:rPr lang="en-US"/>
              <a:t>Telephone number</a:t>
            </a:r>
          </a:p>
          <a:p>
            <a:pPr lvl="0"/>
            <a:r>
              <a:rPr lang="en-US"/>
              <a:t>Email address</a:t>
            </a:r>
          </a:p>
        </p:txBody>
      </p:sp>
      <p:sp>
        <p:nvSpPr>
          <p:cNvPr id="33" name="Text Placeholder 2"/>
          <p:cNvSpPr>
            <a:spLocks noGrp="1"/>
          </p:cNvSpPr>
          <p:nvPr>
            <p:ph type="body" sz="quarter" idx="30" hasCustomPrompt="1"/>
          </p:nvPr>
        </p:nvSpPr>
        <p:spPr>
          <a:xfrm>
            <a:off x="9014883" y="6085087"/>
            <a:ext cx="2457451" cy="307777"/>
          </a:xfrm>
          <a:prstGeom prst="rect">
            <a:avLst/>
          </a:prstGeom>
        </p:spPr>
        <p:txBody>
          <a:bodyPr anchor="b" anchorCtr="0"/>
          <a:lstStyle>
            <a:lvl1pPr marL="0" indent="0">
              <a:spcAft>
                <a:spcPts val="0"/>
              </a:spcAft>
              <a:buNone/>
              <a:defRPr sz="1000" baseline="0">
                <a:solidFill>
                  <a:schemeClr val="accent4"/>
                </a:solidFill>
              </a:defRPr>
            </a:lvl1pPr>
            <a:lvl2pPr>
              <a:defRPr sz="1200"/>
            </a:lvl2pPr>
            <a:lvl3pPr marL="177800" indent="-177800">
              <a:tabLst/>
              <a:defRPr sz="1200"/>
            </a:lvl3pPr>
            <a:lvl4pPr>
              <a:defRPr sz="1200"/>
            </a:lvl4pPr>
            <a:lvl5pPr>
              <a:defRPr sz="1200"/>
            </a:lvl5pPr>
          </a:lstStyle>
          <a:p>
            <a:pPr lvl="0"/>
            <a:r>
              <a:rPr lang="en-US"/>
              <a:t>Telephone number</a:t>
            </a:r>
          </a:p>
          <a:p>
            <a:pPr lvl="0"/>
            <a:r>
              <a:rPr lang="en-US"/>
              <a:t>Email address</a:t>
            </a:r>
          </a:p>
        </p:txBody>
      </p:sp>
      <p:sp>
        <p:nvSpPr>
          <p:cNvPr id="34" name="Text Placeholder 2"/>
          <p:cNvSpPr>
            <a:spLocks noGrp="1"/>
          </p:cNvSpPr>
          <p:nvPr>
            <p:ph type="body" sz="quarter" idx="31" hasCustomPrompt="1"/>
          </p:nvPr>
        </p:nvSpPr>
        <p:spPr>
          <a:xfrm>
            <a:off x="6249811" y="6085087"/>
            <a:ext cx="2457451" cy="307777"/>
          </a:xfrm>
          <a:prstGeom prst="rect">
            <a:avLst/>
          </a:prstGeom>
        </p:spPr>
        <p:txBody>
          <a:bodyPr anchor="b" anchorCtr="0"/>
          <a:lstStyle>
            <a:lvl1pPr marL="0" indent="0">
              <a:spcAft>
                <a:spcPts val="0"/>
              </a:spcAft>
              <a:buNone/>
              <a:defRPr sz="1000" baseline="0">
                <a:solidFill>
                  <a:schemeClr val="accent4"/>
                </a:solidFill>
              </a:defRPr>
            </a:lvl1pPr>
            <a:lvl2pPr>
              <a:defRPr sz="1200"/>
            </a:lvl2pPr>
            <a:lvl3pPr marL="177800" indent="-177800">
              <a:tabLst/>
              <a:defRPr sz="1200"/>
            </a:lvl3pPr>
            <a:lvl4pPr>
              <a:defRPr sz="1200"/>
            </a:lvl4pPr>
            <a:lvl5pPr>
              <a:defRPr sz="1200"/>
            </a:lvl5pPr>
          </a:lstStyle>
          <a:p>
            <a:pPr lvl="0"/>
            <a:r>
              <a:rPr lang="en-US"/>
              <a:t>Telephone number</a:t>
            </a:r>
          </a:p>
          <a:p>
            <a:pPr lvl="0"/>
            <a:r>
              <a:rPr lang="en-US"/>
              <a:t>Email address</a:t>
            </a:r>
          </a:p>
        </p:txBody>
      </p:sp>
      <p:sp>
        <p:nvSpPr>
          <p:cNvPr id="35" name="Text Placeholder 2"/>
          <p:cNvSpPr>
            <a:spLocks noGrp="1"/>
          </p:cNvSpPr>
          <p:nvPr>
            <p:ph type="body" sz="quarter" idx="32" hasCustomPrompt="1"/>
          </p:nvPr>
        </p:nvSpPr>
        <p:spPr>
          <a:xfrm>
            <a:off x="3484739" y="6085087"/>
            <a:ext cx="2457451" cy="307777"/>
          </a:xfrm>
          <a:prstGeom prst="rect">
            <a:avLst/>
          </a:prstGeom>
        </p:spPr>
        <p:txBody>
          <a:bodyPr anchor="b" anchorCtr="0"/>
          <a:lstStyle>
            <a:lvl1pPr marL="0" indent="0">
              <a:spcAft>
                <a:spcPts val="0"/>
              </a:spcAft>
              <a:buNone/>
              <a:defRPr sz="1000" baseline="0">
                <a:solidFill>
                  <a:schemeClr val="accent4"/>
                </a:solidFill>
              </a:defRPr>
            </a:lvl1pPr>
            <a:lvl2pPr>
              <a:defRPr sz="1200"/>
            </a:lvl2pPr>
            <a:lvl3pPr marL="177800" indent="-177800">
              <a:tabLst/>
              <a:defRPr sz="1200"/>
            </a:lvl3pPr>
            <a:lvl4pPr>
              <a:defRPr sz="1200"/>
            </a:lvl4pPr>
            <a:lvl5pPr>
              <a:defRPr sz="1200"/>
            </a:lvl5pPr>
          </a:lstStyle>
          <a:p>
            <a:pPr lvl="0"/>
            <a:r>
              <a:rPr lang="en-US"/>
              <a:t>Telephone number</a:t>
            </a:r>
          </a:p>
          <a:p>
            <a:pPr lvl="0"/>
            <a:r>
              <a:rPr lang="en-US"/>
              <a:t>Email address</a:t>
            </a:r>
          </a:p>
        </p:txBody>
      </p:sp>
      <p:sp>
        <p:nvSpPr>
          <p:cNvPr id="25" name="Text Placeholder 2"/>
          <p:cNvSpPr>
            <a:spLocks noGrp="1"/>
          </p:cNvSpPr>
          <p:nvPr>
            <p:ph type="body" sz="quarter" idx="25" hasCustomPrompt="1"/>
          </p:nvPr>
        </p:nvSpPr>
        <p:spPr>
          <a:xfrm>
            <a:off x="719667" y="3136893"/>
            <a:ext cx="2457451" cy="1210588"/>
          </a:xfrm>
          <a:prstGeom prst="rect">
            <a:avLst/>
          </a:prstGeom>
        </p:spPr>
        <p:txBody>
          <a:bodyPr/>
          <a:lstStyle>
            <a:lvl1pPr marL="0" indent="0">
              <a:spcAft>
                <a:spcPts val="0"/>
              </a:spcAft>
              <a:buNone/>
              <a:defRPr sz="1200" b="0" baseline="0">
                <a:solidFill>
                  <a:schemeClr val="bg2"/>
                </a:solidFill>
              </a:defRPr>
            </a:lvl1pPr>
            <a:lvl2pPr marL="457200" indent="0">
              <a:buNone/>
              <a:defRPr sz="1200">
                <a:solidFill>
                  <a:schemeClr val="bg2"/>
                </a:solidFill>
              </a:defRPr>
            </a:lvl2pPr>
            <a:lvl3pPr marL="0" indent="0">
              <a:spcAft>
                <a:spcPts val="600"/>
              </a:spcAft>
              <a:buFont typeface="Arial" panose="020B0604020202020204" pitchFamily="34" charset="0"/>
              <a:buNone/>
              <a:tabLst/>
              <a:defRPr sz="1200" baseline="0"/>
            </a:lvl3pPr>
            <a:lvl4pPr marL="177800" indent="-177800">
              <a:spcAft>
                <a:spcPts val="600"/>
              </a:spcAft>
              <a:buFont typeface="Arial" panose="020B0604020202020204" pitchFamily="34" charset="0"/>
              <a:buChar char="•"/>
              <a:defRPr sz="1200"/>
            </a:lvl4pPr>
            <a:lvl5pPr marL="357188" indent="-179388">
              <a:spcAft>
                <a:spcPts val="600"/>
              </a:spcAft>
              <a:defRPr sz="1200"/>
            </a:lvl5pPr>
          </a:lstStyle>
          <a:p>
            <a:pPr lvl="0"/>
            <a:r>
              <a:rPr lang="en-US"/>
              <a:t>Name Surname</a:t>
            </a:r>
          </a:p>
          <a:p>
            <a:pPr lvl="0"/>
            <a:r>
              <a:rPr lang="en-US"/>
              <a:t>Title</a:t>
            </a:r>
          </a:p>
          <a:p>
            <a:pPr lvl="2"/>
            <a:r>
              <a:rPr lang="en-US"/>
              <a:t>Body text</a:t>
            </a:r>
          </a:p>
          <a:p>
            <a:pPr lvl="3"/>
            <a:r>
              <a:rPr lang="en-US"/>
              <a:t>Bullet 1</a:t>
            </a:r>
          </a:p>
          <a:p>
            <a:pPr lvl="4"/>
            <a:r>
              <a:rPr lang="en-US"/>
              <a:t>Bullet 2</a:t>
            </a:r>
            <a:endParaRPr lang="en-NZ"/>
          </a:p>
        </p:txBody>
      </p:sp>
      <p:sp>
        <p:nvSpPr>
          <p:cNvPr id="26" name="Text Placeholder 2"/>
          <p:cNvSpPr>
            <a:spLocks noGrp="1"/>
          </p:cNvSpPr>
          <p:nvPr>
            <p:ph type="body" sz="quarter" idx="34" hasCustomPrompt="1"/>
          </p:nvPr>
        </p:nvSpPr>
        <p:spPr>
          <a:xfrm>
            <a:off x="9006468" y="3136893"/>
            <a:ext cx="2457451" cy="1210588"/>
          </a:xfrm>
          <a:prstGeom prst="rect">
            <a:avLst/>
          </a:prstGeom>
        </p:spPr>
        <p:txBody>
          <a:bodyPr/>
          <a:lstStyle>
            <a:lvl1pPr marL="0" indent="0">
              <a:spcAft>
                <a:spcPts val="0"/>
              </a:spcAft>
              <a:buNone/>
              <a:defRPr sz="1200" b="0" baseline="0">
                <a:solidFill>
                  <a:schemeClr val="bg2"/>
                </a:solidFill>
              </a:defRPr>
            </a:lvl1pPr>
            <a:lvl2pPr marL="457200" indent="0">
              <a:buNone/>
              <a:defRPr sz="1200">
                <a:solidFill>
                  <a:schemeClr val="bg2"/>
                </a:solidFill>
              </a:defRPr>
            </a:lvl2pPr>
            <a:lvl3pPr marL="0" indent="0">
              <a:spcAft>
                <a:spcPts val="600"/>
              </a:spcAft>
              <a:buFont typeface="Arial" panose="020B0604020202020204" pitchFamily="34" charset="0"/>
              <a:buNone/>
              <a:tabLst/>
              <a:defRPr sz="1200" baseline="0"/>
            </a:lvl3pPr>
            <a:lvl4pPr marL="177800" indent="-177800">
              <a:spcAft>
                <a:spcPts val="600"/>
              </a:spcAft>
              <a:buFont typeface="Arial" panose="020B0604020202020204" pitchFamily="34" charset="0"/>
              <a:buChar char="•"/>
              <a:defRPr sz="1200"/>
            </a:lvl4pPr>
            <a:lvl5pPr marL="357188" indent="-179388">
              <a:spcAft>
                <a:spcPts val="600"/>
              </a:spcAft>
              <a:defRPr sz="1200"/>
            </a:lvl5pPr>
          </a:lstStyle>
          <a:p>
            <a:pPr lvl="0"/>
            <a:r>
              <a:rPr lang="en-US"/>
              <a:t>Name Surname</a:t>
            </a:r>
          </a:p>
          <a:p>
            <a:pPr lvl="0"/>
            <a:r>
              <a:rPr lang="en-US"/>
              <a:t>Title</a:t>
            </a:r>
          </a:p>
          <a:p>
            <a:pPr lvl="2"/>
            <a:r>
              <a:rPr lang="en-US"/>
              <a:t>Body text</a:t>
            </a:r>
          </a:p>
          <a:p>
            <a:pPr lvl="3"/>
            <a:r>
              <a:rPr lang="en-US"/>
              <a:t>Bullet 1</a:t>
            </a:r>
          </a:p>
          <a:p>
            <a:pPr lvl="4"/>
            <a:r>
              <a:rPr lang="en-US"/>
              <a:t>Bullet 2</a:t>
            </a:r>
            <a:endParaRPr lang="en-NZ"/>
          </a:p>
        </p:txBody>
      </p:sp>
      <p:sp>
        <p:nvSpPr>
          <p:cNvPr id="27" name="Text Placeholder 2"/>
          <p:cNvSpPr>
            <a:spLocks noGrp="1"/>
          </p:cNvSpPr>
          <p:nvPr>
            <p:ph type="body" sz="quarter" idx="35" hasCustomPrompt="1"/>
          </p:nvPr>
        </p:nvSpPr>
        <p:spPr>
          <a:xfrm>
            <a:off x="6244200" y="3136893"/>
            <a:ext cx="2457451" cy="1210588"/>
          </a:xfrm>
          <a:prstGeom prst="rect">
            <a:avLst/>
          </a:prstGeom>
        </p:spPr>
        <p:txBody>
          <a:bodyPr/>
          <a:lstStyle>
            <a:lvl1pPr marL="0" indent="0">
              <a:spcAft>
                <a:spcPts val="0"/>
              </a:spcAft>
              <a:buNone/>
              <a:defRPr sz="1200" b="0" baseline="0">
                <a:solidFill>
                  <a:schemeClr val="bg2"/>
                </a:solidFill>
              </a:defRPr>
            </a:lvl1pPr>
            <a:lvl2pPr marL="457200" indent="0">
              <a:buNone/>
              <a:defRPr sz="1200">
                <a:solidFill>
                  <a:schemeClr val="bg2"/>
                </a:solidFill>
              </a:defRPr>
            </a:lvl2pPr>
            <a:lvl3pPr marL="0" indent="0">
              <a:spcAft>
                <a:spcPts val="600"/>
              </a:spcAft>
              <a:buFont typeface="Arial" panose="020B0604020202020204" pitchFamily="34" charset="0"/>
              <a:buNone/>
              <a:tabLst/>
              <a:defRPr sz="1200" baseline="0"/>
            </a:lvl3pPr>
            <a:lvl4pPr marL="177800" indent="-177800">
              <a:spcAft>
                <a:spcPts val="600"/>
              </a:spcAft>
              <a:buFont typeface="Arial" panose="020B0604020202020204" pitchFamily="34" charset="0"/>
              <a:buChar char="•"/>
              <a:defRPr sz="1200"/>
            </a:lvl4pPr>
            <a:lvl5pPr marL="357188" indent="-179388">
              <a:spcAft>
                <a:spcPts val="600"/>
              </a:spcAft>
              <a:defRPr sz="1200"/>
            </a:lvl5pPr>
          </a:lstStyle>
          <a:p>
            <a:pPr lvl="0"/>
            <a:r>
              <a:rPr lang="en-US"/>
              <a:t>Name Surname</a:t>
            </a:r>
          </a:p>
          <a:p>
            <a:pPr lvl="0"/>
            <a:r>
              <a:rPr lang="en-US"/>
              <a:t>Title</a:t>
            </a:r>
          </a:p>
          <a:p>
            <a:pPr lvl="2"/>
            <a:r>
              <a:rPr lang="en-US"/>
              <a:t>Body text</a:t>
            </a:r>
          </a:p>
          <a:p>
            <a:pPr lvl="3"/>
            <a:r>
              <a:rPr lang="en-US"/>
              <a:t>Bullet 1</a:t>
            </a:r>
          </a:p>
          <a:p>
            <a:pPr lvl="4"/>
            <a:r>
              <a:rPr lang="en-US"/>
              <a:t>Bullet 2</a:t>
            </a:r>
            <a:endParaRPr lang="en-NZ"/>
          </a:p>
        </p:txBody>
      </p:sp>
      <p:sp>
        <p:nvSpPr>
          <p:cNvPr id="28" name="Text Placeholder 2"/>
          <p:cNvSpPr>
            <a:spLocks noGrp="1"/>
          </p:cNvSpPr>
          <p:nvPr>
            <p:ph type="body" sz="quarter" idx="36" hasCustomPrompt="1"/>
          </p:nvPr>
        </p:nvSpPr>
        <p:spPr>
          <a:xfrm>
            <a:off x="3481933" y="3136893"/>
            <a:ext cx="2457451" cy="1210588"/>
          </a:xfrm>
          <a:prstGeom prst="rect">
            <a:avLst/>
          </a:prstGeom>
        </p:spPr>
        <p:txBody>
          <a:bodyPr/>
          <a:lstStyle>
            <a:lvl1pPr marL="0" indent="0">
              <a:spcAft>
                <a:spcPts val="0"/>
              </a:spcAft>
              <a:buNone/>
              <a:defRPr sz="1200" b="0" baseline="0">
                <a:solidFill>
                  <a:schemeClr val="bg2"/>
                </a:solidFill>
              </a:defRPr>
            </a:lvl1pPr>
            <a:lvl2pPr marL="457200" indent="0">
              <a:buNone/>
              <a:defRPr sz="1200">
                <a:solidFill>
                  <a:schemeClr val="bg2"/>
                </a:solidFill>
              </a:defRPr>
            </a:lvl2pPr>
            <a:lvl3pPr marL="0" indent="0">
              <a:spcAft>
                <a:spcPts val="600"/>
              </a:spcAft>
              <a:buFont typeface="Arial" panose="020B0604020202020204" pitchFamily="34" charset="0"/>
              <a:buNone/>
              <a:tabLst/>
              <a:defRPr sz="1200" baseline="0"/>
            </a:lvl3pPr>
            <a:lvl4pPr marL="177800" indent="-177800">
              <a:spcAft>
                <a:spcPts val="600"/>
              </a:spcAft>
              <a:buFont typeface="Arial" panose="020B0604020202020204" pitchFamily="34" charset="0"/>
              <a:buChar char="•"/>
              <a:defRPr sz="1200"/>
            </a:lvl4pPr>
            <a:lvl5pPr marL="357188" indent="-179388">
              <a:spcAft>
                <a:spcPts val="600"/>
              </a:spcAft>
              <a:defRPr sz="1200"/>
            </a:lvl5pPr>
          </a:lstStyle>
          <a:p>
            <a:pPr lvl="0"/>
            <a:r>
              <a:rPr lang="en-US"/>
              <a:t>Name Surname</a:t>
            </a:r>
          </a:p>
          <a:p>
            <a:pPr lvl="0"/>
            <a:r>
              <a:rPr lang="en-US"/>
              <a:t>Title</a:t>
            </a:r>
          </a:p>
          <a:p>
            <a:pPr lvl="2"/>
            <a:r>
              <a:rPr lang="en-US"/>
              <a:t>Body text</a:t>
            </a:r>
          </a:p>
          <a:p>
            <a:pPr lvl="3"/>
            <a:r>
              <a:rPr lang="en-US"/>
              <a:t>Bullet 1</a:t>
            </a:r>
          </a:p>
          <a:p>
            <a:pPr lvl="4"/>
            <a:r>
              <a:rPr lang="en-US"/>
              <a:t>Bullet 2</a:t>
            </a:r>
            <a:endParaRPr lang="en-NZ"/>
          </a:p>
        </p:txBody>
      </p:sp>
      <p:sp>
        <p:nvSpPr>
          <p:cNvPr id="19"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21" name="Text Placeholder 11"/>
          <p:cNvSpPr>
            <a:spLocks noGrp="1"/>
          </p:cNvSpPr>
          <p:nvPr>
            <p:ph type="body" sz="quarter" idx="15"/>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411654400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ection Start ">
    <p:spTree>
      <p:nvGrpSpPr>
        <p:cNvPr id="1" name=""/>
        <p:cNvGrpSpPr/>
        <p:nvPr/>
      </p:nvGrpSpPr>
      <p:grpSpPr>
        <a:xfrm>
          <a:off x="0" y="0"/>
          <a:ext cx="0" cy="0"/>
          <a:chOff x="0" y="0"/>
          <a:chExt cx="0" cy="0"/>
        </a:xfrm>
      </p:grpSpPr>
      <p:sp>
        <p:nvSpPr>
          <p:cNvPr id="9" name="Freeform 8"/>
          <p:cNvSpPr/>
          <p:nvPr userDrawn="1"/>
        </p:nvSpPr>
        <p:spPr>
          <a:xfrm rot="1680000" flipH="1" flipV="1">
            <a:off x="8406162" y="1465127"/>
            <a:ext cx="4087743" cy="3486406"/>
          </a:xfrm>
          <a:custGeom>
            <a:avLst/>
            <a:gdLst>
              <a:gd name="connsiteX0" fmla="*/ 0 w 431321"/>
              <a:gd name="connsiteY0" fmla="*/ 0 h 3278038"/>
              <a:gd name="connsiteX1" fmla="*/ 431321 w 431321"/>
              <a:gd name="connsiteY1" fmla="*/ 0 h 3278038"/>
              <a:gd name="connsiteX2" fmla="*/ 431321 w 431321"/>
              <a:gd name="connsiteY2" fmla="*/ 3278038 h 3278038"/>
              <a:gd name="connsiteX3" fmla="*/ 0 w 431321"/>
              <a:gd name="connsiteY3" fmla="*/ 3278038 h 3278038"/>
              <a:gd name="connsiteX4" fmla="*/ 0 w 431321"/>
              <a:gd name="connsiteY4" fmla="*/ 0 h 3278038"/>
              <a:gd name="connsiteX0" fmla="*/ 0 w 1952909"/>
              <a:gd name="connsiteY0" fmla="*/ 1033753 h 3278038"/>
              <a:gd name="connsiteX1" fmla="*/ 1952909 w 1952909"/>
              <a:gd name="connsiteY1" fmla="*/ 0 h 3278038"/>
              <a:gd name="connsiteX2" fmla="*/ 1952909 w 1952909"/>
              <a:gd name="connsiteY2" fmla="*/ 3278038 h 3278038"/>
              <a:gd name="connsiteX3" fmla="*/ 1521588 w 1952909"/>
              <a:gd name="connsiteY3" fmla="*/ 3278038 h 3278038"/>
              <a:gd name="connsiteX4" fmla="*/ 0 w 1952909"/>
              <a:gd name="connsiteY4" fmla="*/ 1033753 h 3278038"/>
              <a:gd name="connsiteX0" fmla="*/ 0 w 3541702"/>
              <a:gd name="connsiteY0" fmla="*/ 1888300 h 3278038"/>
              <a:gd name="connsiteX1" fmla="*/ 3541702 w 3541702"/>
              <a:gd name="connsiteY1" fmla="*/ 0 h 3278038"/>
              <a:gd name="connsiteX2" fmla="*/ 3541702 w 3541702"/>
              <a:gd name="connsiteY2" fmla="*/ 3278038 h 3278038"/>
              <a:gd name="connsiteX3" fmla="*/ 3110381 w 3541702"/>
              <a:gd name="connsiteY3" fmla="*/ 3278038 h 3278038"/>
              <a:gd name="connsiteX4" fmla="*/ 0 w 3541702"/>
              <a:gd name="connsiteY4" fmla="*/ 1888300 h 3278038"/>
              <a:gd name="connsiteX0" fmla="*/ 0 w 3541702"/>
              <a:gd name="connsiteY0" fmla="*/ 1888300 h 5723271"/>
              <a:gd name="connsiteX1" fmla="*/ 3541702 w 3541702"/>
              <a:gd name="connsiteY1" fmla="*/ 0 h 5723271"/>
              <a:gd name="connsiteX2" fmla="*/ 3541702 w 3541702"/>
              <a:gd name="connsiteY2" fmla="*/ 3278038 h 5723271"/>
              <a:gd name="connsiteX3" fmla="*/ 2039089 w 3541702"/>
              <a:gd name="connsiteY3" fmla="*/ 5723271 h 5723271"/>
              <a:gd name="connsiteX4" fmla="*/ 0 w 3541702"/>
              <a:gd name="connsiteY4" fmla="*/ 1888300 h 5723271"/>
              <a:gd name="connsiteX0" fmla="*/ 0 w 3541702"/>
              <a:gd name="connsiteY0" fmla="*/ 1888300 h 5723271"/>
              <a:gd name="connsiteX1" fmla="*/ 3541702 w 3541702"/>
              <a:gd name="connsiteY1" fmla="*/ 0 h 5723271"/>
              <a:gd name="connsiteX2" fmla="*/ 3530999 w 3541702"/>
              <a:gd name="connsiteY2" fmla="*/ 4930010 h 5723271"/>
              <a:gd name="connsiteX3" fmla="*/ 2039089 w 3541702"/>
              <a:gd name="connsiteY3" fmla="*/ 5723271 h 5723271"/>
              <a:gd name="connsiteX4" fmla="*/ 0 w 3541702"/>
              <a:gd name="connsiteY4" fmla="*/ 1888300 h 5723271"/>
              <a:gd name="connsiteX0" fmla="*/ 0 w 5020365"/>
              <a:gd name="connsiteY0" fmla="*/ 2673844 h 5723271"/>
              <a:gd name="connsiteX1" fmla="*/ 5020365 w 5020365"/>
              <a:gd name="connsiteY1" fmla="*/ 0 h 5723271"/>
              <a:gd name="connsiteX2" fmla="*/ 5009662 w 5020365"/>
              <a:gd name="connsiteY2" fmla="*/ 4930010 h 5723271"/>
              <a:gd name="connsiteX3" fmla="*/ 3517752 w 5020365"/>
              <a:gd name="connsiteY3" fmla="*/ 5723271 h 5723271"/>
              <a:gd name="connsiteX4" fmla="*/ 0 w 5020365"/>
              <a:gd name="connsiteY4" fmla="*/ 2673844 h 5723271"/>
              <a:gd name="connsiteX0" fmla="*/ 0 w 5020365"/>
              <a:gd name="connsiteY0" fmla="*/ 2673844 h 7012041"/>
              <a:gd name="connsiteX1" fmla="*/ 5020365 w 5020365"/>
              <a:gd name="connsiteY1" fmla="*/ 0 h 7012041"/>
              <a:gd name="connsiteX2" fmla="*/ 5009662 w 5020365"/>
              <a:gd name="connsiteY2" fmla="*/ 4930010 h 7012041"/>
              <a:gd name="connsiteX3" fmla="*/ 2306660 w 5020365"/>
              <a:gd name="connsiteY3" fmla="*/ 7012041 h 7012041"/>
              <a:gd name="connsiteX4" fmla="*/ 0 w 5020365"/>
              <a:gd name="connsiteY4" fmla="*/ 2673844 h 7012041"/>
              <a:gd name="connsiteX0" fmla="*/ 0 w 5021554"/>
              <a:gd name="connsiteY0" fmla="*/ 2673844 h 7012041"/>
              <a:gd name="connsiteX1" fmla="*/ 5020365 w 5021554"/>
              <a:gd name="connsiteY1" fmla="*/ 0 h 7012041"/>
              <a:gd name="connsiteX2" fmla="*/ 5017986 w 5021554"/>
              <a:gd name="connsiteY2" fmla="*/ 5570404 h 7012041"/>
              <a:gd name="connsiteX3" fmla="*/ 2306660 w 5021554"/>
              <a:gd name="connsiteY3" fmla="*/ 7012041 h 7012041"/>
              <a:gd name="connsiteX4" fmla="*/ 0 w 5021554"/>
              <a:gd name="connsiteY4" fmla="*/ 2673844 h 7012041"/>
              <a:gd name="connsiteX0" fmla="*/ 0 w 5850422"/>
              <a:gd name="connsiteY0" fmla="*/ 3114561 h 7012041"/>
              <a:gd name="connsiteX1" fmla="*/ 5849233 w 5850422"/>
              <a:gd name="connsiteY1" fmla="*/ 0 h 7012041"/>
              <a:gd name="connsiteX2" fmla="*/ 5846854 w 5850422"/>
              <a:gd name="connsiteY2" fmla="*/ 5570404 h 7012041"/>
              <a:gd name="connsiteX3" fmla="*/ 3135528 w 5850422"/>
              <a:gd name="connsiteY3" fmla="*/ 7012041 h 7012041"/>
              <a:gd name="connsiteX4" fmla="*/ 0 w 5850422"/>
              <a:gd name="connsiteY4" fmla="*/ 3114561 h 7012041"/>
              <a:gd name="connsiteX0" fmla="*/ 0 w 5850422"/>
              <a:gd name="connsiteY0" fmla="*/ 3114561 h 7452758"/>
              <a:gd name="connsiteX1" fmla="*/ 5849233 w 5850422"/>
              <a:gd name="connsiteY1" fmla="*/ 0 h 7452758"/>
              <a:gd name="connsiteX2" fmla="*/ 5846854 w 5850422"/>
              <a:gd name="connsiteY2" fmla="*/ 5570404 h 7452758"/>
              <a:gd name="connsiteX3" fmla="*/ 2306661 w 5850422"/>
              <a:gd name="connsiteY3" fmla="*/ 7452758 h 7452758"/>
              <a:gd name="connsiteX4" fmla="*/ 0 w 5850422"/>
              <a:gd name="connsiteY4" fmla="*/ 3114561 h 7452758"/>
              <a:gd name="connsiteX0" fmla="*/ 0 w 5850422"/>
              <a:gd name="connsiteY0" fmla="*/ 3114561 h 5570404"/>
              <a:gd name="connsiteX1" fmla="*/ 5849233 w 5850422"/>
              <a:gd name="connsiteY1" fmla="*/ 0 h 5570404"/>
              <a:gd name="connsiteX2" fmla="*/ 5846854 w 5850422"/>
              <a:gd name="connsiteY2" fmla="*/ 5570404 h 5570404"/>
              <a:gd name="connsiteX3" fmla="*/ 3474463 w 5850422"/>
              <a:gd name="connsiteY3" fmla="*/ 4759371 h 5570404"/>
              <a:gd name="connsiteX4" fmla="*/ 0 w 5850422"/>
              <a:gd name="connsiteY4" fmla="*/ 3114561 h 5570404"/>
              <a:gd name="connsiteX0" fmla="*/ 0 w 5856216"/>
              <a:gd name="connsiteY0" fmla="*/ 3114561 h 4759371"/>
              <a:gd name="connsiteX1" fmla="*/ 5849233 w 5856216"/>
              <a:gd name="connsiteY1" fmla="*/ 0 h 4759371"/>
              <a:gd name="connsiteX2" fmla="*/ 5852648 w 5856216"/>
              <a:gd name="connsiteY2" fmla="*/ 4566615 h 4759371"/>
              <a:gd name="connsiteX3" fmla="*/ 3474463 w 5856216"/>
              <a:gd name="connsiteY3" fmla="*/ 4759371 h 4759371"/>
              <a:gd name="connsiteX4" fmla="*/ 0 w 5856216"/>
              <a:gd name="connsiteY4" fmla="*/ 3114561 h 4759371"/>
              <a:gd name="connsiteX0" fmla="*/ 487124 w 2381753"/>
              <a:gd name="connsiteY0" fmla="*/ 1010044 h 4759371"/>
              <a:gd name="connsiteX1" fmla="*/ 2374770 w 2381753"/>
              <a:gd name="connsiteY1" fmla="*/ 0 h 4759371"/>
              <a:gd name="connsiteX2" fmla="*/ 2378185 w 2381753"/>
              <a:gd name="connsiteY2" fmla="*/ 4566615 h 4759371"/>
              <a:gd name="connsiteX3" fmla="*/ 0 w 2381753"/>
              <a:gd name="connsiteY3" fmla="*/ 4759371 h 4759371"/>
              <a:gd name="connsiteX4" fmla="*/ 487124 w 2381753"/>
              <a:gd name="connsiteY4" fmla="*/ 1010044 h 4759371"/>
              <a:gd name="connsiteX0" fmla="*/ 0 w 1894629"/>
              <a:gd name="connsiteY0" fmla="*/ 1010044 h 4566615"/>
              <a:gd name="connsiteX1" fmla="*/ 1887646 w 1894629"/>
              <a:gd name="connsiteY1" fmla="*/ 0 h 4566615"/>
              <a:gd name="connsiteX2" fmla="*/ 1891061 w 1894629"/>
              <a:gd name="connsiteY2" fmla="*/ 4566615 h 4566615"/>
              <a:gd name="connsiteX3" fmla="*/ 913720 w 1894629"/>
              <a:gd name="connsiteY3" fmla="*/ 2728503 h 4566615"/>
              <a:gd name="connsiteX4" fmla="*/ 0 w 1894629"/>
              <a:gd name="connsiteY4" fmla="*/ 1010044 h 4566615"/>
              <a:gd name="connsiteX0" fmla="*/ 0 w 1894351"/>
              <a:gd name="connsiteY0" fmla="*/ 1010044 h 3876274"/>
              <a:gd name="connsiteX1" fmla="*/ 1887646 w 1894351"/>
              <a:gd name="connsiteY1" fmla="*/ 0 h 3876274"/>
              <a:gd name="connsiteX2" fmla="*/ 1890783 w 1894351"/>
              <a:gd name="connsiteY2" fmla="*/ 3876274 h 3876274"/>
              <a:gd name="connsiteX3" fmla="*/ 913720 w 1894351"/>
              <a:gd name="connsiteY3" fmla="*/ 2728503 h 3876274"/>
              <a:gd name="connsiteX4" fmla="*/ 0 w 1894351"/>
              <a:gd name="connsiteY4" fmla="*/ 1010044 h 3876274"/>
              <a:gd name="connsiteX0" fmla="*/ 0 w 1894351"/>
              <a:gd name="connsiteY0" fmla="*/ 1010044 h 4390522"/>
              <a:gd name="connsiteX1" fmla="*/ 1887646 w 1894351"/>
              <a:gd name="connsiteY1" fmla="*/ 0 h 4390522"/>
              <a:gd name="connsiteX2" fmla="*/ 1890783 w 1894351"/>
              <a:gd name="connsiteY2" fmla="*/ 3876274 h 4390522"/>
              <a:gd name="connsiteX3" fmla="*/ 923625 w 1894351"/>
              <a:gd name="connsiteY3" fmla="*/ 4390522 h 4390522"/>
              <a:gd name="connsiteX4" fmla="*/ 0 w 1894351"/>
              <a:gd name="connsiteY4" fmla="*/ 1010044 h 4390522"/>
              <a:gd name="connsiteX0" fmla="*/ 0 w 2579799"/>
              <a:gd name="connsiteY0" fmla="*/ 1364296 h 4390522"/>
              <a:gd name="connsiteX1" fmla="*/ 2573094 w 2579799"/>
              <a:gd name="connsiteY1" fmla="*/ 0 h 4390522"/>
              <a:gd name="connsiteX2" fmla="*/ 2576231 w 2579799"/>
              <a:gd name="connsiteY2" fmla="*/ 3876274 h 4390522"/>
              <a:gd name="connsiteX3" fmla="*/ 1609073 w 2579799"/>
              <a:gd name="connsiteY3" fmla="*/ 4390522 h 4390522"/>
              <a:gd name="connsiteX4" fmla="*/ 0 w 2579799"/>
              <a:gd name="connsiteY4" fmla="*/ 1364296 h 4390522"/>
              <a:gd name="connsiteX0" fmla="*/ 0 w 2579799"/>
              <a:gd name="connsiteY0" fmla="*/ 1364296 h 4502315"/>
              <a:gd name="connsiteX1" fmla="*/ 2573094 w 2579799"/>
              <a:gd name="connsiteY1" fmla="*/ 0 h 4502315"/>
              <a:gd name="connsiteX2" fmla="*/ 2576231 w 2579799"/>
              <a:gd name="connsiteY2" fmla="*/ 3876274 h 4502315"/>
              <a:gd name="connsiteX3" fmla="*/ 1398821 w 2579799"/>
              <a:gd name="connsiteY3" fmla="*/ 4502315 h 4502315"/>
              <a:gd name="connsiteX4" fmla="*/ 0 w 2579799"/>
              <a:gd name="connsiteY4" fmla="*/ 1364296 h 4502315"/>
              <a:gd name="connsiteX0" fmla="*/ 0 w 2790052"/>
              <a:gd name="connsiteY0" fmla="*/ 1476088 h 4502315"/>
              <a:gd name="connsiteX1" fmla="*/ 2783347 w 2790052"/>
              <a:gd name="connsiteY1" fmla="*/ 0 h 4502315"/>
              <a:gd name="connsiteX2" fmla="*/ 2786484 w 2790052"/>
              <a:gd name="connsiteY2" fmla="*/ 3876274 h 4502315"/>
              <a:gd name="connsiteX3" fmla="*/ 1609074 w 2790052"/>
              <a:gd name="connsiteY3" fmla="*/ 4502315 h 4502315"/>
              <a:gd name="connsiteX4" fmla="*/ 0 w 2790052"/>
              <a:gd name="connsiteY4" fmla="*/ 1476088 h 4502315"/>
              <a:gd name="connsiteX0" fmla="*/ 0 w 2786484"/>
              <a:gd name="connsiteY0" fmla="*/ 1476088 h 4502315"/>
              <a:gd name="connsiteX1" fmla="*/ 2783347 w 2786484"/>
              <a:gd name="connsiteY1" fmla="*/ 0 h 4502315"/>
              <a:gd name="connsiteX2" fmla="*/ 2786484 w 2786484"/>
              <a:gd name="connsiteY2" fmla="*/ 3876274 h 4502315"/>
              <a:gd name="connsiteX3" fmla="*/ 1609074 w 2786484"/>
              <a:gd name="connsiteY3" fmla="*/ 4502315 h 4502315"/>
              <a:gd name="connsiteX4" fmla="*/ 0 w 2786484"/>
              <a:gd name="connsiteY4" fmla="*/ 1476088 h 4502315"/>
              <a:gd name="connsiteX0" fmla="*/ 0 w 2783347"/>
              <a:gd name="connsiteY0" fmla="*/ 1476088 h 4502315"/>
              <a:gd name="connsiteX1" fmla="*/ 2783347 w 2783347"/>
              <a:gd name="connsiteY1" fmla="*/ 0 h 4502315"/>
              <a:gd name="connsiteX2" fmla="*/ 2781797 w 2783347"/>
              <a:gd name="connsiteY2" fmla="*/ 1676271 h 4502315"/>
              <a:gd name="connsiteX3" fmla="*/ 1609074 w 2783347"/>
              <a:gd name="connsiteY3" fmla="*/ 4502315 h 4502315"/>
              <a:gd name="connsiteX4" fmla="*/ 0 w 2783347"/>
              <a:gd name="connsiteY4" fmla="*/ 1476088 h 4502315"/>
              <a:gd name="connsiteX0" fmla="*/ 0 w 2783347"/>
              <a:gd name="connsiteY0" fmla="*/ 1476088 h 2785258"/>
              <a:gd name="connsiteX1" fmla="*/ 2783347 w 2783347"/>
              <a:gd name="connsiteY1" fmla="*/ 0 h 2785258"/>
              <a:gd name="connsiteX2" fmla="*/ 2781797 w 2783347"/>
              <a:gd name="connsiteY2" fmla="*/ 1676271 h 2785258"/>
              <a:gd name="connsiteX3" fmla="*/ 696098 w 2783347"/>
              <a:gd name="connsiteY3" fmla="*/ 2785258 h 2785258"/>
              <a:gd name="connsiteX4" fmla="*/ 0 w 2783347"/>
              <a:gd name="connsiteY4" fmla="*/ 1476088 h 2785258"/>
              <a:gd name="connsiteX0" fmla="*/ 0 w 2781797"/>
              <a:gd name="connsiteY0" fmla="*/ 2177236 h 3486406"/>
              <a:gd name="connsiteX1" fmla="*/ 2779865 w 2781797"/>
              <a:gd name="connsiteY1" fmla="*/ 0 h 3486406"/>
              <a:gd name="connsiteX2" fmla="*/ 2781797 w 2781797"/>
              <a:gd name="connsiteY2" fmla="*/ 2377419 h 3486406"/>
              <a:gd name="connsiteX3" fmla="*/ 696098 w 2781797"/>
              <a:gd name="connsiteY3" fmla="*/ 3486406 h 3486406"/>
              <a:gd name="connsiteX4" fmla="*/ 0 w 2781797"/>
              <a:gd name="connsiteY4" fmla="*/ 2177236 h 3486406"/>
              <a:gd name="connsiteX0" fmla="*/ 0 w 3065807"/>
              <a:gd name="connsiteY0" fmla="*/ 1643095 h 3486406"/>
              <a:gd name="connsiteX1" fmla="*/ 3063875 w 3065807"/>
              <a:gd name="connsiteY1" fmla="*/ 0 h 3486406"/>
              <a:gd name="connsiteX2" fmla="*/ 3065807 w 3065807"/>
              <a:gd name="connsiteY2" fmla="*/ 2377419 h 3486406"/>
              <a:gd name="connsiteX3" fmla="*/ 980108 w 3065807"/>
              <a:gd name="connsiteY3" fmla="*/ 3486406 h 3486406"/>
              <a:gd name="connsiteX4" fmla="*/ 0 w 3065807"/>
              <a:gd name="connsiteY4" fmla="*/ 1643095 h 3486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5807" h="3486406">
                <a:moveTo>
                  <a:pt x="0" y="1643095"/>
                </a:moveTo>
                <a:lnTo>
                  <a:pt x="3063875" y="0"/>
                </a:lnTo>
                <a:cubicBezTo>
                  <a:pt x="3060307" y="1643337"/>
                  <a:pt x="3065603" y="1944314"/>
                  <a:pt x="3065807" y="2377419"/>
                </a:cubicBezTo>
                <a:lnTo>
                  <a:pt x="980108" y="3486406"/>
                </a:lnTo>
                <a:lnTo>
                  <a:pt x="0" y="1643095"/>
                </a:lnTo>
                <a:close/>
              </a:path>
            </a:pathLst>
          </a:cu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E4002B"/>
              </a:solidFill>
            </a:endParaRPr>
          </a:p>
        </p:txBody>
      </p:sp>
      <p:sp>
        <p:nvSpPr>
          <p:cNvPr id="11" name="Picture Placeholder 10"/>
          <p:cNvSpPr>
            <a:spLocks noGrp="1"/>
          </p:cNvSpPr>
          <p:nvPr>
            <p:ph type="pic" sz="quarter" idx="10"/>
          </p:nvPr>
        </p:nvSpPr>
        <p:spPr>
          <a:xfrm>
            <a:off x="5562602" y="4168776"/>
            <a:ext cx="6629399" cy="2689225"/>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1416981 w 4972049"/>
              <a:gd name="connsiteY0" fmla="*/ 655637 h 3344862"/>
              <a:gd name="connsiteX1" fmla="*/ 4962524 w 4972049"/>
              <a:gd name="connsiteY1" fmla="*/ 0 h 3344862"/>
              <a:gd name="connsiteX2" fmla="*/ 4972049 w 4972049"/>
              <a:gd name="connsiteY2" fmla="*/ 3344862 h 3344862"/>
              <a:gd name="connsiteX3" fmla="*/ 0 w 4972049"/>
              <a:gd name="connsiteY3" fmla="*/ 3344862 h 3344862"/>
              <a:gd name="connsiteX4" fmla="*/ 1416981 w 4972049"/>
              <a:gd name="connsiteY4" fmla="*/ 655637 h 3344862"/>
              <a:gd name="connsiteX0" fmla="*/ 1416981 w 4972049"/>
              <a:gd name="connsiteY0" fmla="*/ 0 h 2689225"/>
              <a:gd name="connsiteX1" fmla="*/ 4972049 w 4972049"/>
              <a:gd name="connsiteY1" fmla="*/ 0 h 2689225"/>
              <a:gd name="connsiteX2" fmla="*/ 4972049 w 4972049"/>
              <a:gd name="connsiteY2" fmla="*/ 2689225 h 2689225"/>
              <a:gd name="connsiteX3" fmla="*/ 0 w 4972049"/>
              <a:gd name="connsiteY3" fmla="*/ 2689225 h 2689225"/>
              <a:gd name="connsiteX4" fmla="*/ 1416981 w 4972049"/>
              <a:gd name="connsiteY4" fmla="*/ 0 h 2689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2049" h="2689225">
                <a:moveTo>
                  <a:pt x="1416981" y="0"/>
                </a:moveTo>
                <a:lnTo>
                  <a:pt x="4972049" y="0"/>
                </a:lnTo>
                <a:lnTo>
                  <a:pt x="4972049" y="2689225"/>
                </a:lnTo>
                <a:lnTo>
                  <a:pt x="0" y="2689225"/>
                </a:lnTo>
                <a:lnTo>
                  <a:pt x="1416981" y="0"/>
                </a:lnTo>
                <a:close/>
              </a:path>
            </a:pathLst>
          </a:custGeom>
        </p:spPr>
        <p:txBody>
          <a:bodyPr anchor="ctr"/>
          <a:lstStyle>
            <a:lvl1pPr algn="ctr">
              <a:defRPr/>
            </a:lvl1pPr>
          </a:lstStyle>
          <a:p>
            <a:endParaRPr lang="en-US" dirty="0"/>
          </a:p>
        </p:txBody>
      </p:sp>
      <p:sp>
        <p:nvSpPr>
          <p:cNvPr id="15" name="Text Placeholder 14"/>
          <p:cNvSpPr>
            <a:spLocks noGrp="1"/>
          </p:cNvSpPr>
          <p:nvPr>
            <p:ph type="body" sz="quarter" idx="12"/>
          </p:nvPr>
        </p:nvSpPr>
        <p:spPr>
          <a:xfrm>
            <a:off x="601132" y="1944689"/>
            <a:ext cx="5499101" cy="4448175"/>
          </a:xfrm>
          <a:prstGeom prst="rect">
            <a:avLst/>
          </a:prstGeom>
        </p:spPr>
        <p:txBody>
          <a:bodyPr lIns="0" tIns="0" rIns="0" bIns="0"/>
          <a:lstStyle>
            <a:lvl1pPr>
              <a:buNone/>
              <a:defRPr sz="1400">
                <a:solidFill>
                  <a:schemeClr val="tx2"/>
                </a:solidFill>
              </a:defRPr>
            </a:lvl1pPr>
            <a:lvl2pPr>
              <a:buNone/>
              <a:defRPr sz="1400">
                <a:solidFill>
                  <a:schemeClr val="tx2"/>
                </a:solidFill>
              </a:defRPr>
            </a:lvl2pPr>
            <a:lvl3pPr>
              <a:buNone/>
              <a:defRPr sz="1400">
                <a:solidFill>
                  <a:schemeClr val="tx2"/>
                </a:solidFill>
              </a:defRPr>
            </a:lvl3pPr>
            <a:lvl4pPr>
              <a:buNone/>
              <a:defRPr sz="1400">
                <a:solidFill>
                  <a:schemeClr val="tx2"/>
                </a:solidFill>
              </a:defRPr>
            </a:lvl4pPr>
            <a:lvl5pPr>
              <a:buNone/>
              <a:defRPr sz="1400">
                <a:solidFill>
                  <a:schemeClr val="tx2"/>
                </a:solidFill>
              </a:defRPr>
            </a:lvl5pPr>
          </a:lstStyle>
          <a:p>
            <a:pPr lvl="0"/>
            <a:endParaRPr lang="en-US"/>
          </a:p>
        </p:txBody>
      </p:sp>
      <p:sp>
        <p:nvSpPr>
          <p:cNvPr id="17" name="Picture Placeholder 16"/>
          <p:cNvSpPr>
            <a:spLocks noGrp="1"/>
          </p:cNvSpPr>
          <p:nvPr>
            <p:ph type="pic" sz="quarter" idx="13" hasCustomPrompt="1"/>
          </p:nvPr>
        </p:nvSpPr>
        <p:spPr>
          <a:xfrm>
            <a:off x="10606617" y="2545557"/>
            <a:ext cx="980017" cy="735013"/>
          </a:xfrm>
          <a:prstGeom prst="rect">
            <a:avLst/>
          </a:prstGeom>
        </p:spPr>
        <p:txBody>
          <a:bodyPr anchor="ctr"/>
          <a:lstStyle>
            <a:lvl1pPr algn="ctr">
              <a:buNone/>
              <a:defRPr sz="1600">
                <a:solidFill>
                  <a:schemeClr val="accent6"/>
                </a:solidFill>
              </a:defRPr>
            </a:lvl1pPr>
          </a:lstStyle>
          <a:p>
            <a:r>
              <a:rPr lang="en-US" dirty="0"/>
              <a:t>icon</a:t>
            </a:r>
          </a:p>
        </p:txBody>
      </p:sp>
      <p:sp>
        <p:nvSpPr>
          <p:cNvPr id="19" name="Text Placeholder 18"/>
          <p:cNvSpPr>
            <a:spLocks noGrp="1"/>
          </p:cNvSpPr>
          <p:nvPr>
            <p:ph type="body" sz="quarter" idx="14"/>
          </p:nvPr>
        </p:nvSpPr>
        <p:spPr>
          <a:xfrm>
            <a:off x="9334500" y="3280569"/>
            <a:ext cx="2252133" cy="579437"/>
          </a:xfrm>
          <a:prstGeom prst="rect">
            <a:avLst/>
          </a:prstGeom>
        </p:spPr>
        <p:txBody>
          <a:bodyPr/>
          <a:lstStyle>
            <a:lvl1pPr algn="r">
              <a:buNone/>
              <a:defRPr sz="1200">
                <a:solidFill>
                  <a:schemeClr val="accent6"/>
                </a:solidFill>
              </a:defRPr>
            </a:lvl1pPr>
            <a:lvl2pPr algn="r">
              <a:defRPr sz="1200">
                <a:solidFill>
                  <a:schemeClr val="accent6"/>
                </a:solidFill>
              </a:defRPr>
            </a:lvl2pPr>
            <a:lvl3pPr algn="r">
              <a:defRPr sz="1200">
                <a:solidFill>
                  <a:schemeClr val="accent6"/>
                </a:solidFill>
              </a:defRPr>
            </a:lvl3pPr>
            <a:lvl4pPr algn="r">
              <a:defRPr sz="1200">
                <a:solidFill>
                  <a:schemeClr val="accent6"/>
                </a:solidFill>
              </a:defRPr>
            </a:lvl4pPr>
            <a:lvl5pPr algn="r">
              <a:defRPr sz="1200">
                <a:solidFill>
                  <a:schemeClr val="accent6"/>
                </a:solidFill>
              </a:defRPr>
            </a:lvl5pPr>
          </a:lstStyle>
          <a:p>
            <a:pPr lvl="0"/>
            <a:endParaRPr lang="en-US"/>
          </a:p>
        </p:txBody>
      </p:sp>
      <p:sp>
        <p:nvSpPr>
          <p:cNvPr id="8"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5"/>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218575739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2_4 Column icon layout">
    <p:spTree>
      <p:nvGrpSpPr>
        <p:cNvPr id="1" name=""/>
        <p:cNvGrpSpPr/>
        <p:nvPr/>
      </p:nvGrpSpPr>
      <p:grpSpPr>
        <a:xfrm>
          <a:off x="0" y="0"/>
          <a:ext cx="0" cy="0"/>
          <a:chOff x="0" y="0"/>
          <a:chExt cx="0" cy="0"/>
        </a:xfrm>
      </p:grpSpPr>
      <p:sp>
        <p:nvSpPr>
          <p:cNvPr id="27" name="Text Placeholder 2"/>
          <p:cNvSpPr>
            <a:spLocks noGrp="1"/>
          </p:cNvSpPr>
          <p:nvPr>
            <p:ph type="body" sz="quarter" idx="37" hasCustomPrompt="1"/>
          </p:nvPr>
        </p:nvSpPr>
        <p:spPr>
          <a:xfrm>
            <a:off x="719667" y="2735958"/>
            <a:ext cx="2457451" cy="789960"/>
          </a:xfrm>
          <a:prstGeom prst="rect">
            <a:avLst/>
          </a:prstGeom>
        </p:spPr>
        <p:txBody>
          <a:bodyPr/>
          <a:lstStyle>
            <a:lvl1pPr>
              <a:defRPr sz="1400" baseline="0">
                <a:solidFill>
                  <a:schemeClr val="accent4"/>
                </a:solidFill>
              </a:defRPr>
            </a:lvl1pPr>
            <a:lvl2pPr>
              <a:defRPr sz="1200"/>
            </a:lvl2pPr>
            <a:lvl3pPr marL="177800" indent="-177800">
              <a:tabLst/>
              <a:defRPr sz="1200"/>
            </a:lvl3pPr>
            <a:lvl4pPr>
              <a:defRPr sz="1200"/>
            </a:lvl4pPr>
            <a:lvl5pPr>
              <a:defRPr sz="1200"/>
            </a:lvl5pPr>
          </a:lstStyle>
          <a:p>
            <a:pPr lvl="0"/>
            <a:r>
              <a:rPr lang="en-US"/>
              <a:t>Heading text </a:t>
            </a:r>
          </a:p>
          <a:p>
            <a:pPr lvl="1"/>
            <a:r>
              <a:rPr lang="en-US"/>
              <a:t>Body text</a:t>
            </a:r>
          </a:p>
          <a:p>
            <a:pPr lvl="2"/>
            <a:r>
              <a:rPr lang="en-US"/>
              <a:t>Bullet 1</a:t>
            </a:r>
            <a:endParaRPr lang="en-NZ"/>
          </a:p>
        </p:txBody>
      </p:sp>
      <p:sp>
        <p:nvSpPr>
          <p:cNvPr id="28" name="Text Placeholder 2"/>
          <p:cNvSpPr>
            <a:spLocks noGrp="1"/>
          </p:cNvSpPr>
          <p:nvPr>
            <p:ph type="body" sz="quarter" idx="38" hasCustomPrompt="1"/>
          </p:nvPr>
        </p:nvSpPr>
        <p:spPr>
          <a:xfrm>
            <a:off x="9014883" y="2735958"/>
            <a:ext cx="2457451" cy="789960"/>
          </a:xfrm>
          <a:prstGeom prst="rect">
            <a:avLst/>
          </a:prstGeom>
        </p:spPr>
        <p:txBody>
          <a:bodyPr/>
          <a:lstStyle>
            <a:lvl1pPr>
              <a:defRPr sz="1400" baseline="0">
                <a:solidFill>
                  <a:schemeClr val="accent4"/>
                </a:solidFill>
              </a:defRPr>
            </a:lvl1pPr>
            <a:lvl2pPr>
              <a:defRPr sz="1200"/>
            </a:lvl2pPr>
            <a:lvl3pPr marL="177800" indent="-177800">
              <a:tabLst/>
              <a:defRPr sz="1200"/>
            </a:lvl3pPr>
            <a:lvl4pPr>
              <a:defRPr sz="1200"/>
            </a:lvl4pPr>
            <a:lvl5pPr>
              <a:defRPr sz="1200"/>
            </a:lvl5pPr>
          </a:lstStyle>
          <a:p>
            <a:pPr lvl="0"/>
            <a:r>
              <a:rPr lang="en-US"/>
              <a:t>Heading text </a:t>
            </a:r>
          </a:p>
          <a:p>
            <a:pPr lvl="1"/>
            <a:r>
              <a:rPr lang="en-US"/>
              <a:t>Body text</a:t>
            </a:r>
          </a:p>
          <a:p>
            <a:pPr lvl="2"/>
            <a:r>
              <a:rPr lang="en-US"/>
              <a:t>Bullet 1</a:t>
            </a:r>
            <a:endParaRPr lang="en-NZ"/>
          </a:p>
        </p:txBody>
      </p:sp>
      <p:sp>
        <p:nvSpPr>
          <p:cNvPr id="29" name="Text Placeholder 2"/>
          <p:cNvSpPr>
            <a:spLocks noGrp="1"/>
          </p:cNvSpPr>
          <p:nvPr>
            <p:ph type="body" sz="quarter" idx="39" hasCustomPrompt="1"/>
          </p:nvPr>
        </p:nvSpPr>
        <p:spPr>
          <a:xfrm>
            <a:off x="3484739" y="2735958"/>
            <a:ext cx="2457451" cy="789960"/>
          </a:xfrm>
          <a:prstGeom prst="rect">
            <a:avLst/>
          </a:prstGeom>
        </p:spPr>
        <p:txBody>
          <a:bodyPr/>
          <a:lstStyle>
            <a:lvl1pPr>
              <a:defRPr sz="1400" baseline="0">
                <a:solidFill>
                  <a:schemeClr val="accent4"/>
                </a:solidFill>
              </a:defRPr>
            </a:lvl1pPr>
            <a:lvl2pPr>
              <a:defRPr sz="1200"/>
            </a:lvl2pPr>
            <a:lvl3pPr marL="177800" indent="-177800">
              <a:tabLst/>
              <a:defRPr sz="1200"/>
            </a:lvl3pPr>
            <a:lvl4pPr>
              <a:defRPr sz="1200"/>
            </a:lvl4pPr>
            <a:lvl5pPr>
              <a:defRPr sz="1200"/>
            </a:lvl5pPr>
          </a:lstStyle>
          <a:p>
            <a:pPr lvl="0"/>
            <a:r>
              <a:rPr lang="en-US"/>
              <a:t>Heading text </a:t>
            </a:r>
          </a:p>
          <a:p>
            <a:pPr lvl="1"/>
            <a:r>
              <a:rPr lang="en-US"/>
              <a:t>Body text</a:t>
            </a:r>
          </a:p>
          <a:p>
            <a:pPr lvl="2"/>
            <a:r>
              <a:rPr lang="en-US"/>
              <a:t>Bullet 1</a:t>
            </a:r>
            <a:endParaRPr lang="en-NZ"/>
          </a:p>
        </p:txBody>
      </p:sp>
      <p:sp>
        <p:nvSpPr>
          <p:cNvPr id="30" name="Text Placeholder 2"/>
          <p:cNvSpPr>
            <a:spLocks noGrp="1"/>
          </p:cNvSpPr>
          <p:nvPr>
            <p:ph type="body" sz="quarter" idx="40" hasCustomPrompt="1"/>
          </p:nvPr>
        </p:nvSpPr>
        <p:spPr>
          <a:xfrm>
            <a:off x="6249811" y="2735958"/>
            <a:ext cx="2457451" cy="789960"/>
          </a:xfrm>
          <a:prstGeom prst="rect">
            <a:avLst/>
          </a:prstGeom>
        </p:spPr>
        <p:txBody>
          <a:bodyPr/>
          <a:lstStyle>
            <a:lvl1pPr>
              <a:defRPr sz="1400" baseline="0">
                <a:solidFill>
                  <a:schemeClr val="accent4"/>
                </a:solidFill>
              </a:defRPr>
            </a:lvl1pPr>
            <a:lvl2pPr>
              <a:defRPr sz="1200"/>
            </a:lvl2pPr>
            <a:lvl3pPr marL="177800" indent="-177800">
              <a:tabLst/>
              <a:defRPr sz="1200"/>
            </a:lvl3pPr>
            <a:lvl4pPr>
              <a:defRPr sz="1200"/>
            </a:lvl4pPr>
            <a:lvl5pPr>
              <a:defRPr sz="1200"/>
            </a:lvl5pPr>
          </a:lstStyle>
          <a:p>
            <a:pPr lvl="0"/>
            <a:r>
              <a:rPr lang="en-US"/>
              <a:t>Heading text </a:t>
            </a:r>
          </a:p>
          <a:p>
            <a:pPr lvl="1"/>
            <a:r>
              <a:rPr lang="en-US"/>
              <a:t>Body text</a:t>
            </a:r>
          </a:p>
          <a:p>
            <a:pPr lvl="2"/>
            <a:r>
              <a:rPr lang="en-US"/>
              <a:t>Bullet 1</a:t>
            </a:r>
            <a:endParaRPr lang="en-NZ"/>
          </a:p>
        </p:txBody>
      </p:sp>
      <p:grpSp>
        <p:nvGrpSpPr>
          <p:cNvPr id="8" name="Group 7"/>
          <p:cNvGrpSpPr/>
          <p:nvPr userDrawn="1"/>
        </p:nvGrpSpPr>
        <p:grpSpPr>
          <a:xfrm>
            <a:off x="3484739" y="1946275"/>
            <a:ext cx="960967" cy="723900"/>
            <a:chOff x="2613554" y="1946275"/>
            <a:chExt cx="720725" cy="723900"/>
          </a:xfrm>
        </p:grpSpPr>
        <p:sp>
          <p:nvSpPr>
            <p:cNvPr id="9" name="Freeform 8"/>
            <p:cNvSpPr>
              <a:spLocks noEditPoints="1"/>
            </p:cNvSpPr>
            <p:nvPr/>
          </p:nvSpPr>
          <p:spPr bwMode="auto">
            <a:xfrm>
              <a:off x="2781595" y="2239539"/>
              <a:ext cx="382269" cy="142312"/>
            </a:xfrm>
            <a:custGeom>
              <a:avLst/>
              <a:gdLst>
                <a:gd name="T0" fmla="*/ 1031 w 1055"/>
                <a:gd name="T1" fmla="*/ 346 h 393"/>
                <a:gd name="T2" fmla="*/ 24 w 1055"/>
                <a:gd name="T3" fmla="*/ 346 h 393"/>
                <a:gd name="T4" fmla="*/ 0 w 1055"/>
                <a:gd name="T5" fmla="*/ 369 h 393"/>
                <a:gd name="T6" fmla="*/ 24 w 1055"/>
                <a:gd name="T7" fmla="*/ 393 h 393"/>
                <a:gd name="T8" fmla="*/ 1031 w 1055"/>
                <a:gd name="T9" fmla="*/ 393 h 393"/>
                <a:gd name="T10" fmla="*/ 1055 w 1055"/>
                <a:gd name="T11" fmla="*/ 369 h 393"/>
                <a:gd name="T12" fmla="*/ 1031 w 1055"/>
                <a:gd name="T13" fmla="*/ 346 h 393"/>
                <a:gd name="T14" fmla="*/ 415 w 1055"/>
                <a:gd name="T15" fmla="*/ 116 h 393"/>
                <a:gd name="T16" fmla="*/ 580 w 1055"/>
                <a:gd name="T17" fmla="*/ 281 h 393"/>
                <a:gd name="T18" fmla="*/ 580 w 1055"/>
                <a:gd name="T19" fmla="*/ 281 h 393"/>
                <a:gd name="T20" fmla="*/ 581 w 1055"/>
                <a:gd name="T21" fmla="*/ 282 h 393"/>
                <a:gd name="T22" fmla="*/ 773 w 1055"/>
                <a:gd name="T23" fmla="*/ 90 h 393"/>
                <a:gd name="T24" fmla="*/ 803 w 1055"/>
                <a:gd name="T25" fmla="*/ 119 h 393"/>
                <a:gd name="T26" fmla="*/ 818 w 1055"/>
                <a:gd name="T27" fmla="*/ 60 h 393"/>
                <a:gd name="T28" fmla="*/ 834 w 1055"/>
                <a:gd name="T29" fmla="*/ 0 h 393"/>
                <a:gd name="T30" fmla="*/ 775 w 1055"/>
                <a:gd name="T31" fmla="*/ 16 h 393"/>
                <a:gd name="T32" fmla="*/ 715 w 1055"/>
                <a:gd name="T33" fmla="*/ 32 h 393"/>
                <a:gd name="T34" fmla="*/ 744 w 1055"/>
                <a:gd name="T35" fmla="*/ 61 h 393"/>
                <a:gd name="T36" fmla="*/ 581 w 1055"/>
                <a:gd name="T37" fmla="*/ 224 h 393"/>
                <a:gd name="T38" fmla="*/ 415 w 1055"/>
                <a:gd name="T39" fmla="*/ 58 h 393"/>
                <a:gd name="T40" fmla="*/ 415 w 1055"/>
                <a:gd name="T41" fmla="*/ 58 h 393"/>
                <a:gd name="T42" fmla="*/ 415 w 1055"/>
                <a:gd name="T43" fmla="*/ 58 h 393"/>
                <a:gd name="T44" fmla="*/ 221 w 1055"/>
                <a:gd name="T45" fmla="*/ 252 h 393"/>
                <a:gd name="T46" fmla="*/ 250 w 1055"/>
                <a:gd name="T47" fmla="*/ 282 h 393"/>
                <a:gd name="T48" fmla="*/ 415 w 1055"/>
                <a:gd name="T49" fmla="*/ 116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5" h="393">
                  <a:moveTo>
                    <a:pt x="1031" y="346"/>
                  </a:moveTo>
                  <a:cubicBezTo>
                    <a:pt x="24" y="346"/>
                    <a:pt x="24" y="346"/>
                    <a:pt x="24" y="346"/>
                  </a:cubicBezTo>
                  <a:cubicBezTo>
                    <a:pt x="11" y="346"/>
                    <a:pt x="0" y="356"/>
                    <a:pt x="0" y="369"/>
                  </a:cubicBezTo>
                  <a:cubicBezTo>
                    <a:pt x="0" y="382"/>
                    <a:pt x="11" y="393"/>
                    <a:pt x="24" y="393"/>
                  </a:cubicBezTo>
                  <a:cubicBezTo>
                    <a:pt x="1031" y="393"/>
                    <a:pt x="1031" y="393"/>
                    <a:pt x="1031" y="393"/>
                  </a:cubicBezTo>
                  <a:cubicBezTo>
                    <a:pt x="1044" y="393"/>
                    <a:pt x="1055" y="382"/>
                    <a:pt x="1055" y="369"/>
                  </a:cubicBezTo>
                  <a:cubicBezTo>
                    <a:pt x="1055" y="356"/>
                    <a:pt x="1044" y="346"/>
                    <a:pt x="1031" y="346"/>
                  </a:cubicBezTo>
                  <a:close/>
                  <a:moveTo>
                    <a:pt x="415" y="116"/>
                  </a:moveTo>
                  <a:cubicBezTo>
                    <a:pt x="580" y="281"/>
                    <a:pt x="580" y="281"/>
                    <a:pt x="580" y="281"/>
                  </a:cubicBezTo>
                  <a:cubicBezTo>
                    <a:pt x="580" y="281"/>
                    <a:pt x="580" y="281"/>
                    <a:pt x="580" y="281"/>
                  </a:cubicBezTo>
                  <a:cubicBezTo>
                    <a:pt x="581" y="282"/>
                    <a:pt x="581" y="282"/>
                    <a:pt x="581" y="282"/>
                  </a:cubicBezTo>
                  <a:cubicBezTo>
                    <a:pt x="773" y="90"/>
                    <a:pt x="773" y="90"/>
                    <a:pt x="773" y="90"/>
                  </a:cubicBezTo>
                  <a:cubicBezTo>
                    <a:pt x="803" y="119"/>
                    <a:pt x="803" y="119"/>
                    <a:pt x="803" y="119"/>
                  </a:cubicBezTo>
                  <a:cubicBezTo>
                    <a:pt x="818" y="60"/>
                    <a:pt x="818" y="60"/>
                    <a:pt x="818" y="60"/>
                  </a:cubicBezTo>
                  <a:cubicBezTo>
                    <a:pt x="834" y="0"/>
                    <a:pt x="834" y="0"/>
                    <a:pt x="834" y="0"/>
                  </a:cubicBezTo>
                  <a:cubicBezTo>
                    <a:pt x="775" y="16"/>
                    <a:pt x="775" y="16"/>
                    <a:pt x="775" y="16"/>
                  </a:cubicBezTo>
                  <a:cubicBezTo>
                    <a:pt x="715" y="32"/>
                    <a:pt x="715" y="32"/>
                    <a:pt x="715" y="32"/>
                  </a:cubicBezTo>
                  <a:cubicBezTo>
                    <a:pt x="744" y="61"/>
                    <a:pt x="744" y="61"/>
                    <a:pt x="744" y="61"/>
                  </a:cubicBezTo>
                  <a:cubicBezTo>
                    <a:pt x="581" y="224"/>
                    <a:pt x="581" y="224"/>
                    <a:pt x="581" y="224"/>
                  </a:cubicBezTo>
                  <a:cubicBezTo>
                    <a:pt x="415" y="58"/>
                    <a:pt x="415" y="58"/>
                    <a:pt x="415" y="58"/>
                  </a:cubicBezTo>
                  <a:cubicBezTo>
                    <a:pt x="415" y="58"/>
                    <a:pt x="415" y="58"/>
                    <a:pt x="415" y="58"/>
                  </a:cubicBezTo>
                  <a:cubicBezTo>
                    <a:pt x="415" y="58"/>
                    <a:pt x="415" y="58"/>
                    <a:pt x="415" y="58"/>
                  </a:cubicBezTo>
                  <a:cubicBezTo>
                    <a:pt x="221" y="252"/>
                    <a:pt x="221" y="252"/>
                    <a:pt x="221" y="252"/>
                  </a:cubicBezTo>
                  <a:cubicBezTo>
                    <a:pt x="250" y="282"/>
                    <a:pt x="250" y="282"/>
                    <a:pt x="250" y="282"/>
                  </a:cubicBezTo>
                  <a:lnTo>
                    <a:pt x="415" y="1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grpSp>
          <p:nvGrpSpPr>
            <p:cNvPr id="10" name="Group 9"/>
            <p:cNvGrpSpPr/>
            <p:nvPr/>
          </p:nvGrpSpPr>
          <p:grpSpPr>
            <a:xfrm>
              <a:off x="2613554" y="1946275"/>
              <a:ext cx="720725" cy="723900"/>
              <a:chOff x="-434975" y="4682808"/>
              <a:chExt cx="720725" cy="723900"/>
            </a:xfrm>
          </p:grpSpPr>
          <p:sp>
            <p:nvSpPr>
              <p:cNvPr id="11" name="Oval 35"/>
              <p:cNvSpPr>
                <a:spLocks noChangeArrowheads="1"/>
              </p:cNvSpPr>
              <p:nvPr/>
            </p:nvSpPr>
            <p:spPr bwMode="auto">
              <a:xfrm>
                <a:off x="-434975" y="4682808"/>
                <a:ext cx="720725" cy="723900"/>
              </a:xfrm>
              <a:prstGeom prst="ellipse">
                <a:avLst/>
              </a:prstGeom>
              <a:noFill/>
              <a:ln w="30163"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12" name="Line 36"/>
              <p:cNvSpPr>
                <a:spLocks noChangeShapeType="1"/>
              </p:cNvSpPr>
              <p:nvPr/>
            </p:nvSpPr>
            <p:spPr bwMode="auto">
              <a:xfrm>
                <a:off x="-307975" y="5140008"/>
                <a:ext cx="465138" cy="0"/>
              </a:xfrm>
              <a:prstGeom prst="line">
                <a:avLst/>
              </a:prstGeom>
              <a:noFill/>
              <a:ln w="15875"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13" name="Freeform 37"/>
              <p:cNvSpPr>
                <a:spLocks/>
              </p:cNvSpPr>
              <p:nvPr/>
            </p:nvSpPr>
            <p:spPr bwMode="auto">
              <a:xfrm>
                <a:off x="-280987" y="4952683"/>
                <a:ext cx="382588" cy="153987"/>
              </a:xfrm>
              <a:custGeom>
                <a:avLst/>
                <a:gdLst>
                  <a:gd name="T0" fmla="*/ 241 w 241"/>
                  <a:gd name="T1" fmla="*/ 19 h 97"/>
                  <a:gd name="T2" fmla="*/ 172 w 241"/>
                  <a:gd name="T3" fmla="*/ 97 h 97"/>
                  <a:gd name="T4" fmla="*/ 87 w 241"/>
                  <a:gd name="T5" fmla="*/ 0 h 97"/>
                  <a:gd name="T6" fmla="*/ 0 w 241"/>
                  <a:gd name="T7" fmla="*/ 97 h 97"/>
                </a:gdLst>
                <a:ahLst/>
                <a:cxnLst>
                  <a:cxn ang="0">
                    <a:pos x="T0" y="T1"/>
                  </a:cxn>
                  <a:cxn ang="0">
                    <a:pos x="T2" y="T3"/>
                  </a:cxn>
                  <a:cxn ang="0">
                    <a:pos x="T4" y="T5"/>
                  </a:cxn>
                  <a:cxn ang="0">
                    <a:pos x="T6" y="T7"/>
                  </a:cxn>
                </a:cxnLst>
                <a:rect l="0" t="0" r="r" b="b"/>
                <a:pathLst>
                  <a:path w="241" h="97">
                    <a:moveTo>
                      <a:pt x="241" y="19"/>
                    </a:moveTo>
                    <a:lnTo>
                      <a:pt x="172" y="97"/>
                    </a:lnTo>
                    <a:lnTo>
                      <a:pt x="87" y="0"/>
                    </a:lnTo>
                    <a:lnTo>
                      <a:pt x="0" y="97"/>
                    </a:lnTo>
                  </a:path>
                </a:pathLst>
              </a:custGeom>
              <a:noFill/>
              <a:ln w="15875"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14" name="Freeform 38"/>
              <p:cNvSpPr>
                <a:spLocks/>
              </p:cNvSpPr>
              <p:nvPr/>
            </p:nvSpPr>
            <p:spPr bwMode="auto">
              <a:xfrm>
                <a:off x="74613" y="4952683"/>
                <a:ext cx="57150" cy="55562"/>
              </a:xfrm>
              <a:custGeom>
                <a:avLst/>
                <a:gdLst>
                  <a:gd name="T0" fmla="*/ 0 w 36"/>
                  <a:gd name="T1" fmla="*/ 12 h 35"/>
                  <a:gd name="T2" fmla="*/ 36 w 36"/>
                  <a:gd name="T3" fmla="*/ 0 h 35"/>
                  <a:gd name="T4" fmla="*/ 29 w 36"/>
                  <a:gd name="T5" fmla="*/ 35 h 35"/>
                  <a:gd name="T6" fmla="*/ 0 w 36"/>
                  <a:gd name="T7" fmla="*/ 12 h 35"/>
                </a:gdLst>
                <a:ahLst/>
                <a:cxnLst>
                  <a:cxn ang="0">
                    <a:pos x="T0" y="T1"/>
                  </a:cxn>
                  <a:cxn ang="0">
                    <a:pos x="T2" y="T3"/>
                  </a:cxn>
                  <a:cxn ang="0">
                    <a:pos x="T4" y="T5"/>
                  </a:cxn>
                  <a:cxn ang="0">
                    <a:pos x="T6" y="T7"/>
                  </a:cxn>
                </a:cxnLst>
                <a:rect l="0" t="0" r="r" b="b"/>
                <a:pathLst>
                  <a:path w="36" h="35">
                    <a:moveTo>
                      <a:pt x="0" y="12"/>
                    </a:moveTo>
                    <a:lnTo>
                      <a:pt x="36" y="0"/>
                    </a:lnTo>
                    <a:lnTo>
                      <a:pt x="29" y="35"/>
                    </a:lnTo>
                    <a:lnTo>
                      <a:pt x="0" y="12"/>
                    </a:lnTo>
                    <a:close/>
                  </a:path>
                </a:pathLst>
              </a:custGeom>
              <a:solidFill>
                <a:schemeClr val="accent1"/>
              </a:solid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grpSp>
      </p:grpSp>
      <p:grpSp>
        <p:nvGrpSpPr>
          <p:cNvPr id="15" name="Group 14"/>
          <p:cNvGrpSpPr/>
          <p:nvPr userDrawn="1"/>
        </p:nvGrpSpPr>
        <p:grpSpPr>
          <a:xfrm>
            <a:off x="9004300" y="1946275"/>
            <a:ext cx="965200" cy="723900"/>
            <a:chOff x="3970338" y="5140325"/>
            <a:chExt cx="723900" cy="723900"/>
          </a:xfrm>
        </p:grpSpPr>
        <p:sp>
          <p:nvSpPr>
            <p:cNvPr id="16" name="Oval 66"/>
            <p:cNvSpPr>
              <a:spLocks noChangeArrowheads="1"/>
            </p:cNvSpPr>
            <p:nvPr/>
          </p:nvSpPr>
          <p:spPr bwMode="auto">
            <a:xfrm>
              <a:off x="3970338" y="5140325"/>
              <a:ext cx="723900" cy="723900"/>
            </a:xfrm>
            <a:prstGeom prst="ellipse">
              <a:avLst/>
            </a:prstGeom>
            <a:noFill/>
            <a:ln w="30163" cap="flat">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17" name="Freeform 67"/>
            <p:cNvSpPr>
              <a:spLocks/>
            </p:cNvSpPr>
            <p:nvPr/>
          </p:nvSpPr>
          <p:spPr bwMode="auto">
            <a:xfrm>
              <a:off x="4113213" y="5311775"/>
              <a:ext cx="434975" cy="365125"/>
            </a:xfrm>
            <a:custGeom>
              <a:avLst/>
              <a:gdLst>
                <a:gd name="T0" fmla="*/ 58 w 116"/>
                <a:gd name="T1" fmla="*/ 0 h 97"/>
                <a:gd name="T2" fmla="*/ 0 w 116"/>
                <a:gd name="T3" fmla="*/ 46 h 97"/>
                <a:gd name="T4" fmla="*/ 11 w 116"/>
                <a:gd name="T5" fmla="*/ 73 h 97"/>
                <a:gd name="T6" fmla="*/ 0 w 116"/>
                <a:gd name="T7" fmla="*/ 97 h 97"/>
                <a:gd name="T8" fmla="*/ 31 w 116"/>
                <a:gd name="T9" fmla="*/ 87 h 97"/>
                <a:gd name="T10" fmla="*/ 58 w 116"/>
                <a:gd name="T11" fmla="*/ 93 h 97"/>
                <a:gd name="T12" fmla="*/ 116 w 116"/>
                <a:gd name="T13" fmla="*/ 46 h 97"/>
                <a:gd name="T14" fmla="*/ 58 w 116"/>
                <a:gd name="T15" fmla="*/ 0 h 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97">
                  <a:moveTo>
                    <a:pt x="58" y="0"/>
                  </a:moveTo>
                  <a:cubicBezTo>
                    <a:pt x="26" y="0"/>
                    <a:pt x="0" y="21"/>
                    <a:pt x="0" y="46"/>
                  </a:cubicBezTo>
                  <a:cubicBezTo>
                    <a:pt x="0" y="56"/>
                    <a:pt x="4" y="66"/>
                    <a:pt x="11" y="73"/>
                  </a:cubicBezTo>
                  <a:cubicBezTo>
                    <a:pt x="0" y="97"/>
                    <a:pt x="0" y="97"/>
                    <a:pt x="0" y="97"/>
                  </a:cubicBezTo>
                  <a:cubicBezTo>
                    <a:pt x="31" y="87"/>
                    <a:pt x="31" y="87"/>
                    <a:pt x="31" y="87"/>
                  </a:cubicBezTo>
                  <a:cubicBezTo>
                    <a:pt x="39" y="91"/>
                    <a:pt x="48" y="93"/>
                    <a:pt x="58" y="93"/>
                  </a:cubicBezTo>
                  <a:cubicBezTo>
                    <a:pt x="90" y="93"/>
                    <a:pt x="116" y="72"/>
                    <a:pt x="116" y="46"/>
                  </a:cubicBezTo>
                  <a:cubicBezTo>
                    <a:pt x="116" y="21"/>
                    <a:pt x="90" y="0"/>
                    <a:pt x="58" y="0"/>
                  </a:cubicBezTo>
                  <a:close/>
                </a:path>
              </a:pathLst>
            </a:custGeom>
            <a:noFill/>
            <a:ln w="14288" cap="flat">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grpSp>
      <p:grpSp>
        <p:nvGrpSpPr>
          <p:cNvPr id="18" name="Group 17"/>
          <p:cNvGrpSpPr/>
          <p:nvPr userDrawn="1"/>
        </p:nvGrpSpPr>
        <p:grpSpPr>
          <a:xfrm>
            <a:off x="6249811" y="1946275"/>
            <a:ext cx="965200" cy="723900"/>
            <a:chOff x="3965575" y="5951538"/>
            <a:chExt cx="723900" cy="723900"/>
          </a:xfrm>
        </p:grpSpPr>
        <p:sp>
          <p:nvSpPr>
            <p:cNvPr id="21" name="Oval 72"/>
            <p:cNvSpPr>
              <a:spLocks noChangeArrowheads="1"/>
            </p:cNvSpPr>
            <p:nvPr/>
          </p:nvSpPr>
          <p:spPr bwMode="auto">
            <a:xfrm>
              <a:off x="3965575" y="5951538"/>
              <a:ext cx="723900" cy="723900"/>
            </a:xfrm>
            <a:prstGeom prst="ellipse">
              <a:avLst/>
            </a:prstGeom>
            <a:noFill/>
            <a:ln w="30163" cap="flat">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22" name="Rectangle 73"/>
            <p:cNvSpPr>
              <a:spLocks noChangeArrowheads="1"/>
            </p:cNvSpPr>
            <p:nvPr/>
          </p:nvSpPr>
          <p:spPr bwMode="auto">
            <a:xfrm>
              <a:off x="4133850" y="6105525"/>
              <a:ext cx="184150" cy="412750"/>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23" name="Rectangle 74"/>
            <p:cNvSpPr>
              <a:spLocks noChangeArrowheads="1"/>
            </p:cNvSpPr>
            <p:nvPr/>
          </p:nvSpPr>
          <p:spPr bwMode="auto">
            <a:xfrm>
              <a:off x="4168775" y="6138863"/>
              <a:ext cx="47625"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24" name="Rectangle 75"/>
            <p:cNvSpPr>
              <a:spLocks noChangeArrowheads="1"/>
            </p:cNvSpPr>
            <p:nvPr/>
          </p:nvSpPr>
          <p:spPr bwMode="auto">
            <a:xfrm>
              <a:off x="4238625" y="6138863"/>
              <a:ext cx="46037"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25" name="Rectangle 76"/>
            <p:cNvSpPr>
              <a:spLocks noChangeArrowheads="1"/>
            </p:cNvSpPr>
            <p:nvPr/>
          </p:nvSpPr>
          <p:spPr bwMode="auto">
            <a:xfrm>
              <a:off x="4168775" y="6221413"/>
              <a:ext cx="47625"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26" name="Rectangle 77"/>
            <p:cNvSpPr>
              <a:spLocks noChangeArrowheads="1"/>
            </p:cNvSpPr>
            <p:nvPr/>
          </p:nvSpPr>
          <p:spPr bwMode="auto">
            <a:xfrm>
              <a:off x="4238625" y="6221413"/>
              <a:ext cx="46037"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31" name="Rectangle 78"/>
            <p:cNvSpPr>
              <a:spLocks noChangeArrowheads="1"/>
            </p:cNvSpPr>
            <p:nvPr/>
          </p:nvSpPr>
          <p:spPr bwMode="auto">
            <a:xfrm>
              <a:off x="4168775" y="6300788"/>
              <a:ext cx="47625" cy="47625"/>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32" name="Rectangle 79"/>
            <p:cNvSpPr>
              <a:spLocks noChangeArrowheads="1"/>
            </p:cNvSpPr>
            <p:nvPr/>
          </p:nvSpPr>
          <p:spPr bwMode="auto">
            <a:xfrm>
              <a:off x="4238625" y="6300788"/>
              <a:ext cx="46037" cy="47625"/>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33" name="Rectangle 80"/>
            <p:cNvSpPr>
              <a:spLocks noChangeArrowheads="1"/>
            </p:cNvSpPr>
            <p:nvPr/>
          </p:nvSpPr>
          <p:spPr bwMode="auto">
            <a:xfrm>
              <a:off x="4168775" y="6378575"/>
              <a:ext cx="47625"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34" name="Rectangle 81"/>
            <p:cNvSpPr>
              <a:spLocks noChangeArrowheads="1"/>
            </p:cNvSpPr>
            <p:nvPr/>
          </p:nvSpPr>
          <p:spPr bwMode="auto">
            <a:xfrm>
              <a:off x="4238625" y="6378575"/>
              <a:ext cx="46037"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35" name="Rectangle 82"/>
            <p:cNvSpPr>
              <a:spLocks noChangeArrowheads="1"/>
            </p:cNvSpPr>
            <p:nvPr/>
          </p:nvSpPr>
          <p:spPr bwMode="auto">
            <a:xfrm>
              <a:off x="4210050" y="6461125"/>
              <a:ext cx="36512" cy="57150"/>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36" name="Rectangle 83"/>
            <p:cNvSpPr>
              <a:spLocks noChangeArrowheads="1"/>
            </p:cNvSpPr>
            <p:nvPr/>
          </p:nvSpPr>
          <p:spPr bwMode="auto">
            <a:xfrm>
              <a:off x="4337050" y="6180138"/>
              <a:ext cx="179387" cy="338137"/>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37" name="Rectangle 84"/>
            <p:cNvSpPr>
              <a:spLocks noChangeArrowheads="1"/>
            </p:cNvSpPr>
            <p:nvPr/>
          </p:nvSpPr>
          <p:spPr bwMode="auto">
            <a:xfrm>
              <a:off x="4367213" y="6221413"/>
              <a:ext cx="49212"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38" name="Rectangle 85"/>
            <p:cNvSpPr>
              <a:spLocks noChangeArrowheads="1"/>
            </p:cNvSpPr>
            <p:nvPr/>
          </p:nvSpPr>
          <p:spPr bwMode="auto">
            <a:xfrm>
              <a:off x="4438650" y="6221413"/>
              <a:ext cx="47625"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39" name="Rectangle 86"/>
            <p:cNvSpPr>
              <a:spLocks noChangeArrowheads="1"/>
            </p:cNvSpPr>
            <p:nvPr/>
          </p:nvSpPr>
          <p:spPr bwMode="auto">
            <a:xfrm>
              <a:off x="4367213" y="6300788"/>
              <a:ext cx="49212" cy="47625"/>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40" name="Rectangle 87"/>
            <p:cNvSpPr>
              <a:spLocks noChangeArrowheads="1"/>
            </p:cNvSpPr>
            <p:nvPr/>
          </p:nvSpPr>
          <p:spPr bwMode="auto">
            <a:xfrm>
              <a:off x="4438650" y="6300788"/>
              <a:ext cx="47625" cy="47625"/>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41" name="Rectangle 88"/>
            <p:cNvSpPr>
              <a:spLocks noChangeArrowheads="1"/>
            </p:cNvSpPr>
            <p:nvPr/>
          </p:nvSpPr>
          <p:spPr bwMode="auto">
            <a:xfrm>
              <a:off x="4367213" y="6378575"/>
              <a:ext cx="49212"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42" name="Rectangle 89"/>
            <p:cNvSpPr>
              <a:spLocks noChangeArrowheads="1"/>
            </p:cNvSpPr>
            <p:nvPr/>
          </p:nvSpPr>
          <p:spPr bwMode="auto">
            <a:xfrm>
              <a:off x="4438650" y="6378575"/>
              <a:ext cx="47625" cy="49212"/>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43" name="Rectangle 90"/>
            <p:cNvSpPr>
              <a:spLocks noChangeArrowheads="1"/>
            </p:cNvSpPr>
            <p:nvPr/>
          </p:nvSpPr>
          <p:spPr bwMode="auto">
            <a:xfrm>
              <a:off x="4408488" y="6461125"/>
              <a:ext cx="36512" cy="57150"/>
            </a:xfrm>
            <a:prstGeom prst="rect">
              <a:avLst/>
            </a:prstGeom>
            <a:noFill/>
            <a:ln w="14288"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grpSp>
      <p:grpSp>
        <p:nvGrpSpPr>
          <p:cNvPr id="44" name="Group 43"/>
          <p:cNvGrpSpPr/>
          <p:nvPr userDrawn="1"/>
        </p:nvGrpSpPr>
        <p:grpSpPr>
          <a:xfrm>
            <a:off x="719667" y="1946275"/>
            <a:ext cx="960967" cy="723900"/>
            <a:chOff x="3353329" y="5382578"/>
            <a:chExt cx="720725" cy="723900"/>
          </a:xfrm>
        </p:grpSpPr>
        <p:sp>
          <p:nvSpPr>
            <p:cNvPr id="45" name="Oval 95"/>
            <p:cNvSpPr>
              <a:spLocks noChangeArrowheads="1"/>
            </p:cNvSpPr>
            <p:nvPr/>
          </p:nvSpPr>
          <p:spPr bwMode="auto">
            <a:xfrm>
              <a:off x="3353329" y="5382578"/>
              <a:ext cx="720725" cy="723900"/>
            </a:xfrm>
            <a:prstGeom prst="ellipse">
              <a:avLst/>
            </a:prstGeom>
            <a:noFill/>
            <a:ln w="30163" cap="flat">
              <a:solidFill>
                <a:srgbClr val="0393B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46" name="Freeform 96"/>
            <p:cNvSpPr>
              <a:spLocks/>
            </p:cNvSpPr>
            <p:nvPr/>
          </p:nvSpPr>
          <p:spPr bwMode="auto">
            <a:xfrm>
              <a:off x="3578754" y="5528628"/>
              <a:ext cx="269875" cy="311150"/>
            </a:xfrm>
            <a:custGeom>
              <a:avLst/>
              <a:gdLst>
                <a:gd name="T0" fmla="*/ 72 w 72"/>
                <a:gd name="T1" fmla="*/ 36 h 83"/>
                <a:gd name="T2" fmla="*/ 36 w 72"/>
                <a:gd name="T3" fmla="*/ 0 h 83"/>
                <a:gd name="T4" fmla="*/ 0 w 72"/>
                <a:gd name="T5" fmla="*/ 36 h 83"/>
                <a:gd name="T6" fmla="*/ 15 w 72"/>
                <a:gd name="T7" fmla="*/ 65 h 83"/>
                <a:gd name="T8" fmla="*/ 15 w 72"/>
                <a:gd name="T9" fmla="*/ 83 h 83"/>
                <a:gd name="T10" fmla="*/ 57 w 72"/>
                <a:gd name="T11" fmla="*/ 73 h 83"/>
                <a:gd name="T12" fmla="*/ 57 w 72"/>
                <a:gd name="T13" fmla="*/ 65 h 83"/>
                <a:gd name="T14" fmla="*/ 72 w 72"/>
                <a:gd name="T15" fmla="*/ 36 h 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83">
                  <a:moveTo>
                    <a:pt x="72" y="36"/>
                  </a:moveTo>
                  <a:cubicBezTo>
                    <a:pt x="72" y="16"/>
                    <a:pt x="56" y="0"/>
                    <a:pt x="36" y="0"/>
                  </a:cubicBezTo>
                  <a:cubicBezTo>
                    <a:pt x="16" y="0"/>
                    <a:pt x="0" y="16"/>
                    <a:pt x="0" y="36"/>
                  </a:cubicBezTo>
                  <a:cubicBezTo>
                    <a:pt x="0" y="48"/>
                    <a:pt x="6" y="59"/>
                    <a:pt x="15" y="65"/>
                  </a:cubicBezTo>
                  <a:cubicBezTo>
                    <a:pt x="15" y="83"/>
                    <a:pt x="15" y="83"/>
                    <a:pt x="15" y="83"/>
                  </a:cubicBezTo>
                  <a:cubicBezTo>
                    <a:pt x="57" y="73"/>
                    <a:pt x="57" y="73"/>
                    <a:pt x="57" y="73"/>
                  </a:cubicBezTo>
                  <a:cubicBezTo>
                    <a:pt x="57" y="65"/>
                    <a:pt x="57" y="65"/>
                    <a:pt x="57" y="65"/>
                  </a:cubicBezTo>
                  <a:cubicBezTo>
                    <a:pt x="66" y="59"/>
                    <a:pt x="72" y="48"/>
                    <a:pt x="72" y="36"/>
                  </a:cubicBezTo>
                  <a:close/>
                </a:path>
              </a:pathLst>
            </a:custGeom>
            <a:noFill/>
            <a:ln w="14288" cap="flat">
              <a:solidFill>
                <a:srgbClr val="0393B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47" name="Freeform 97"/>
            <p:cNvSpPr>
              <a:spLocks/>
            </p:cNvSpPr>
            <p:nvPr/>
          </p:nvSpPr>
          <p:spPr bwMode="auto">
            <a:xfrm>
              <a:off x="3634317" y="5828665"/>
              <a:ext cx="157163" cy="71437"/>
            </a:xfrm>
            <a:custGeom>
              <a:avLst/>
              <a:gdLst>
                <a:gd name="T0" fmla="*/ 0 w 99"/>
                <a:gd name="T1" fmla="*/ 45 h 45"/>
                <a:gd name="T2" fmla="*/ 99 w 99"/>
                <a:gd name="T3" fmla="*/ 21 h 45"/>
                <a:gd name="T4" fmla="*/ 99 w 99"/>
                <a:gd name="T5" fmla="*/ 0 h 45"/>
                <a:gd name="T6" fmla="*/ 0 w 99"/>
                <a:gd name="T7" fmla="*/ 21 h 45"/>
                <a:gd name="T8" fmla="*/ 0 w 99"/>
                <a:gd name="T9" fmla="*/ 45 h 45"/>
              </a:gdLst>
              <a:ahLst/>
              <a:cxnLst>
                <a:cxn ang="0">
                  <a:pos x="T0" y="T1"/>
                </a:cxn>
                <a:cxn ang="0">
                  <a:pos x="T2" y="T3"/>
                </a:cxn>
                <a:cxn ang="0">
                  <a:pos x="T4" y="T5"/>
                </a:cxn>
                <a:cxn ang="0">
                  <a:pos x="T6" y="T7"/>
                </a:cxn>
                <a:cxn ang="0">
                  <a:pos x="T8" y="T9"/>
                </a:cxn>
              </a:cxnLst>
              <a:rect l="0" t="0" r="r" b="b"/>
              <a:pathLst>
                <a:path w="99" h="45">
                  <a:moveTo>
                    <a:pt x="0" y="45"/>
                  </a:moveTo>
                  <a:lnTo>
                    <a:pt x="99" y="21"/>
                  </a:lnTo>
                  <a:lnTo>
                    <a:pt x="99" y="0"/>
                  </a:lnTo>
                  <a:lnTo>
                    <a:pt x="0" y="21"/>
                  </a:lnTo>
                  <a:lnTo>
                    <a:pt x="0" y="45"/>
                  </a:lnTo>
                  <a:close/>
                </a:path>
              </a:pathLst>
            </a:custGeom>
            <a:noFill/>
            <a:ln w="14288" cap="flat">
              <a:solidFill>
                <a:srgbClr val="0393B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48" name="Freeform 98"/>
            <p:cNvSpPr>
              <a:spLocks/>
            </p:cNvSpPr>
            <p:nvPr/>
          </p:nvSpPr>
          <p:spPr bwMode="auto">
            <a:xfrm>
              <a:off x="3634317" y="5881053"/>
              <a:ext cx="157163" cy="74612"/>
            </a:xfrm>
            <a:custGeom>
              <a:avLst/>
              <a:gdLst>
                <a:gd name="T0" fmla="*/ 42 w 42"/>
                <a:gd name="T1" fmla="*/ 0 h 20"/>
                <a:gd name="T2" fmla="*/ 0 w 42"/>
                <a:gd name="T3" fmla="*/ 10 h 20"/>
                <a:gd name="T4" fmla="*/ 0 w 42"/>
                <a:gd name="T5" fmla="*/ 12 h 20"/>
                <a:gd name="T6" fmla="*/ 11 w 42"/>
                <a:gd name="T7" fmla="*/ 12 h 20"/>
                <a:gd name="T8" fmla="*/ 11 w 42"/>
                <a:gd name="T9" fmla="*/ 14 h 20"/>
                <a:gd name="T10" fmla="*/ 17 w 42"/>
                <a:gd name="T11" fmla="*/ 20 h 20"/>
                <a:gd name="T12" fmla="*/ 25 w 42"/>
                <a:gd name="T13" fmla="*/ 20 h 20"/>
                <a:gd name="T14" fmla="*/ 31 w 42"/>
                <a:gd name="T15" fmla="*/ 14 h 20"/>
                <a:gd name="T16" fmla="*/ 31 w 42"/>
                <a:gd name="T17" fmla="*/ 12 h 20"/>
                <a:gd name="T18" fmla="*/ 42 w 42"/>
                <a:gd name="T19" fmla="*/ 12 h 20"/>
                <a:gd name="T20" fmla="*/ 42 w 42"/>
                <a:gd name="T21"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20">
                  <a:moveTo>
                    <a:pt x="42" y="0"/>
                  </a:moveTo>
                  <a:cubicBezTo>
                    <a:pt x="0" y="10"/>
                    <a:pt x="0" y="10"/>
                    <a:pt x="0" y="10"/>
                  </a:cubicBezTo>
                  <a:cubicBezTo>
                    <a:pt x="0" y="12"/>
                    <a:pt x="0" y="12"/>
                    <a:pt x="0" y="12"/>
                  </a:cubicBezTo>
                  <a:cubicBezTo>
                    <a:pt x="11" y="12"/>
                    <a:pt x="11" y="12"/>
                    <a:pt x="11" y="12"/>
                  </a:cubicBezTo>
                  <a:cubicBezTo>
                    <a:pt x="11" y="13"/>
                    <a:pt x="11" y="13"/>
                    <a:pt x="11" y="14"/>
                  </a:cubicBezTo>
                  <a:cubicBezTo>
                    <a:pt x="11" y="17"/>
                    <a:pt x="13" y="20"/>
                    <a:pt x="17" y="20"/>
                  </a:cubicBezTo>
                  <a:cubicBezTo>
                    <a:pt x="25" y="20"/>
                    <a:pt x="25" y="20"/>
                    <a:pt x="25" y="20"/>
                  </a:cubicBezTo>
                  <a:cubicBezTo>
                    <a:pt x="28" y="20"/>
                    <a:pt x="31" y="17"/>
                    <a:pt x="31" y="14"/>
                  </a:cubicBezTo>
                  <a:cubicBezTo>
                    <a:pt x="31" y="13"/>
                    <a:pt x="31" y="13"/>
                    <a:pt x="31" y="12"/>
                  </a:cubicBezTo>
                  <a:cubicBezTo>
                    <a:pt x="42" y="12"/>
                    <a:pt x="42" y="12"/>
                    <a:pt x="42" y="12"/>
                  </a:cubicBezTo>
                  <a:lnTo>
                    <a:pt x="42" y="0"/>
                  </a:lnTo>
                  <a:close/>
                </a:path>
              </a:pathLst>
            </a:custGeom>
            <a:noFill/>
            <a:ln w="14288" cap="flat">
              <a:solidFill>
                <a:srgbClr val="0393B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sp>
          <p:nvSpPr>
            <p:cNvPr id="49" name="Freeform 99"/>
            <p:cNvSpPr>
              <a:spLocks/>
            </p:cNvSpPr>
            <p:nvPr/>
          </p:nvSpPr>
          <p:spPr bwMode="auto">
            <a:xfrm>
              <a:off x="3600979" y="5550853"/>
              <a:ext cx="112713" cy="112712"/>
            </a:xfrm>
            <a:custGeom>
              <a:avLst/>
              <a:gdLst>
                <a:gd name="T0" fmla="*/ 0 w 30"/>
                <a:gd name="T1" fmla="*/ 30 h 30"/>
                <a:gd name="T2" fmla="*/ 30 w 30"/>
                <a:gd name="T3" fmla="*/ 0 h 30"/>
              </a:gdLst>
              <a:ahLst/>
              <a:cxnLst>
                <a:cxn ang="0">
                  <a:pos x="T0" y="T1"/>
                </a:cxn>
                <a:cxn ang="0">
                  <a:pos x="T2" y="T3"/>
                </a:cxn>
              </a:cxnLst>
              <a:rect l="0" t="0" r="r" b="b"/>
              <a:pathLst>
                <a:path w="30" h="30">
                  <a:moveTo>
                    <a:pt x="0" y="30"/>
                  </a:moveTo>
                  <a:cubicBezTo>
                    <a:pt x="0" y="14"/>
                    <a:pt x="13" y="0"/>
                    <a:pt x="30" y="0"/>
                  </a:cubicBezTo>
                </a:path>
              </a:pathLst>
            </a:custGeom>
            <a:noFill/>
            <a:ln w="14288" cap="flat">
              <a:solidFill>
                <a:srgbClr val="0393B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1800" dirty="0">
                <a:solidFill>
                  <a:srgbClr val="9BD3DD"/>
                </a:solidFill>
              </a:endParaRPr>
            </a:p>
          </p:txBody>
        </p:sp>
      </p:grpSp>
      <p:sp>
        <p:nvSpPr>
          <p:cNvPr id="51"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52"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23838029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3"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262510711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 Column Layou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2" y="1944688"/>
            <a:ext cx="10960104" cy="4448175"/>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116314609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 Column Layout with Imag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3" y="1944688"/>
            <a:ext cx="5499100" cy="4448175"/>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6" name="Picture Placeholder 10"/>
          <p:cNvSpPr>
            <a:spLocks noGrp="1"/>
          </p:cNvSpPr>
          <p:nvPr>
            <p:ph type="pic" sz="quarter" idx="11"/>
          </p:nvPr>
        </p:nvSpPr>
        <p:spPr>
          <a:xfrm>
            <a:off x="5334002" y="1944687"/>
            <a:ext cx="6857999" cy="4913314"/>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99" h="4913314">
                <a:moveTo>
                  <a:pt x="2619375" y="0"/>
                </a:moveTo>
                <a:lnTo>
                  <a:pt x="5143499" y="0"/>
                </a:lnTo>
                <a:lnTo>
                  <a:pt x="5143499" y="4913314"/>
                </a:lnTo>
                <a:lnTo>
                  <a:pt x="0" y="4913313"/>
                </a:lnTo>
                <a:lnTo>
                  <a:pt x="2619375" y="0"/>
                </a:lnTo>
                <a:close/>
              </a:path>
            </a:pathLst>
          </a:custGeom>
        </p:spPr>
        <p:txBody>
          <a:bodyPr anchor="ctr"/>
          <a:lstStyle>
            <a:lvl1pPr algn="ctr">
              <a:defRPr/>
            </a:lvl1pPr>
          </a:lstStyle>
          <a:p>
            <a:endParaRPr lang="en-US" dirty="0"/>
          </a:p>
        </p:txBody>
      </p:sp>
      <p:sp>
        <p:nvSpPr>
          <p:cNvPr id="7"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8"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22676520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 Column Layout with Multiple Imag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2" y="1944688"/>
            <a:ext cx="5499101" cy="4448175"/>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7" name="Title 1"/>
          <p:cNvSpPr txBox="1">
            <a:spLocks/>
          </p:cNvSpPr>
          <p:nvPr userDrawn="1"/>
        </p:nvSpPr>
        <p:spPr>
          <a:xfrm>
            <a:off x="11561236" y="6392864"/>
            <a:ext cx="330197" cy="238125"/>
          </a:xfrm>
          <a:prstGeom prst="rect">
            <a:avLst/>
          </a:prstGeom>
        </p:spPr>
        <p:txBody>
          <a:bodyPr lIns="0" tIns="0" rIns="0" bIns="0" anchor="ctr"/>
          <a:lstStyle>
            <a:lvl1pPr algn="l">
              <a:defRPr sz="2400">
                <a:solidFill>
                  <a:schemeClr val="accent6"/>
                </a:solidFill>
              </a:defRPr>
            </a:lvl1pPr>
          </a:lstStyle>
          <a:p>
            <a:pPr algn="r">
              <a:spcBef>
                <a:spcPct val="0"/>
              </a:spcBef>
              <a:defRPr/>
            </a:pPr>
            <a:fld id="{04E8A9AD-0090-439E-B8E4-6BC69C37F9F4}" type="slidenum">
              <a:rPr lang="en-US" sz="1000" smtClean="0">
                <a:solidFill>
                  <a:srgbClr val="9BD3DD"/>
                </a:solidFill>
                <a:cs typeface="Arial" pitchFamily="34" charset="0"/>
              </a:rPr>
              <a:pPr algn="r">
                <a:spcBef>
                  <a:spcPct val="0"/>
                </a:spcBef>
                <a:defRPr/>
              </a:pPr>
              <a:t>‹#›</a:t>
            </a:fld>
            <a:endParaRPr lang="en-US" sz="1000" dirty="0">
              <a:solidFill>
                <a:srgbClr val="9BD3DD"/>
              </a:solidFill>
              <a:cs typeface="Arial" pitchFamily="34" charset="0"/>
            </a:endParaRPr>
          </a:p>
        </p:txBody>
      </p:sp>
      <p:sp>
        <p:nvSpPr>
          <p:cNvPr id="8" name="Picture Placeholder 10"/>
          <p:cNvSpPr>
            <a:spLocks noGrp="1"/>
          </p:cNvSpPr>
          <p:nvPr>
            <p:ph type="pic" sz="quarter" idx="11"/>
          </p:nvPr>
        </p:nvSpPr>
        <p:spPr>
          <a:xfrm>
            <a:off x="5334002" y="3427413"/>
            <a:ext cx="6857999" cy="3430588"/>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 name="connsiteX0" fmla="*/ 1820862 w 5143499"/>
              <a:gd name="connsiteY0" fmla="*/ 1482726 h 4913314"/>
              <a:gd name="connsiteX1" fmla="*/ 5143499 w 5143499"/>
              <a:gd name="connsiteY1" fmla="*/ 0 h 4913314"/>
              <a:gd name="connsiteX2" fmla="*/ 5143499 w 5143499"/>
              <a:gd name="connsiteY2" fmla="*/ 4913314 h 4913314"/>
              <a:gd name="connsiteX3" fmla="*/ 0 w 5143499"/>
              <a:gd name="connsiteY3" fmla="*/ 4913313 h 4913314"/>
              <a:gd name="connsiteX4" fmla="*/ 1820862 w 5143499"/>
              <a:gd name="connsiteY4" fmla="*/ 1482726 h 4913314"/>
              <a:gd name="connsiteX0" fmla="*/ 1820862 w 5143499"/>
              <a:gd name="connsiteY0" fmla="*/ 0 h 3430588"/>
              <a:gd name="connsiteX1" fmla="*/ 5143499 w 5143499"/>
              <a:gd name="connsiteY1" fmla="*/ 0 h 3430588"/>
              <a:gd name="connsiteX2" fmla="*/ 5143499 w 5143499"/>
              <a:gd name="connsiteY2" fmla="*/ 3430588 h 3430588"/>
              <a:gd name="connsiteX3" fmla="*/ 0 w 5143499"/>
              <a:gd name="connsiteY3" fmla="*/ 3430587 h 3430588"/>
              <a:gd name="connsiteX4" fmla="*/ 1820862 w 5143499"/>
              <a:gd name="connsiteY4" fmla="*/ 0 h 343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99" h="3430588">
                <a:moveTo>
                  <a:pt x="1820862" y="0"/>
                </a:moveTo>
                <a:lnTo>
                  <a:pt x="5143499" y="0"/>
                </a:lnTo>
                <a:lnTo>
                  <a:pt x="5143499" y="3430588"/>
                </a:lnTo>
                <a:lnTo>
                  <a:pt x="0" y="3430587"/>
                </a:lnTo>
                <a:lnTo>
                  <a:pt x="1820862" y="0"/>
                </a:lnTo>
                <a:close/>
              </a:path>
            </a:pathLst>
          </a:custGeom>
        </p:spPr>
        <p:txBody>
          <a:bodyPr anchor="ctr"/>
          <a:lstStyle>
            <a:lvl1pPr algn="ctr">
              <a:defRPr/>
            </a:lvl1pPr>
          </a:lstStyle>
          <a:p>
            <a:endParaRPr lang="en-US" dirty="0"/>
          </a:p>
        </p:txBody>
      </p:sp>
      <p:sp>
        <p:nvSpPr>
          <p:cNvPr id="9" name="Picture Placeholder 10"/>
          <p:cNvSpPr>
            <a:spLocks noGrp="1"/>
          </p:cNvSpPr>
          <p:nvPr>
            <p:ph type="pic" sz="quarter" idx="13"/>
          </p:nvPr>
        </p:nvSpPr>
        <p:spPr>
          <a:xfrm>
            <a:off x="7861301" y="1944687"/>
            <a:ext cx="4330699" cy="1349376"/>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 name="connsiteX0" fmla="*/ 1820862 w 5143499"/>
              <a:gd name="connsiteY0" fmla="*/ 1482726 h 4913314"/>
              <a:gd name="connsiteX1" fmla="*/ 5143499 w 5143499"/>
              <a:gd name="connsiteY1" fmla="*/ 0 h 4913314"/>
              <a:gd name="connsiteX2" fmla="*/ 5143499 w 5143499"/>
              <a:gd name="connsiteY2" fmla="*/ 4913314 h 4913314"/>
              <a:gd name="connsiteX3" fmla="*/ 0 w 5143499"/>
              <a:gd name="connsiteY3" fmla="*/ 4913313 h 4913314"/>
              <a:gd name="connsiteX4" fmla="*/ 1820862 w 5143499"/>
              <a:gd name="connsiteY4" fmla="*/ 1482726 h 4913314"/>
              <a:gd name="connsiteX0" fmla="*/ 1820862 w 5143499"/>
              <a:gd name="connsiteY0" fmla="*/ 0 h 3430588"/>
              <a:gd name="connsiteX1" fmla="*/ 5143499 w 5143499"/>
              <a:gd name="connsiteY1" fmla="*/ 0 h 3430588"/>
              <a:gd name="connsiteX2" fmla="*/ 5143499 w 5143499"/>
              <a:gd name="connsiteY2" fmla="*/ 3430588 h 3430588"/>
              <a:gd name="connsiteX3" fmla="*/ 0 w 5143499"/>
              <a:gd name="connsiteY3" fmla="*/ 3430587 h 3430588"/>
              <a:gd name="connsiteX4" fmla="*/ 1820862 w 5143499"/>
              <a:gd name="connsiteY4" fmla="*/ 0 h 3430588"/>
              <a:gd name="connsiteX0" fmla="*/ 731837 w 5143499"/>
              <a:gd name="connsiteY0" fmla="*/ 2081212 h 3430588"/>
              <a:gd name="connsiteX1" fmla="*/ 5143499 w 5143499"/>
              <a:gd name="connsiteY1" fmla="*/ 0 h 3430588"/>
              <a:gd name="connsiteX2" fmla="*/ 5143499 w 5143499"/>
              <a:gd name="connsiteY2" fmla="*/ 3430588 h 3430588"/>
              <a:gd name="connsiteX3" fmla="*/ 0 w 5143499"/>
              <a:gd name="connsiteY3" fmla="*/ 3430587 h 3430588"/>
              <a:gd name="connsiteX4" fmla="*/ 731837 w 5143499"/>
              <a:gd name="connsiteY4" fmla="*/ 2081212 h 3430588"/>
              <a:gd name="connsiteX0" fmla="*/ 731837 w 5143499"/>
              <a:gd name="connsiteY0" fmla="*/ 0 h 1349376"/>
              <a:gd name="connsiteX1" fmla="*/ 3022599 w 5143499"/>
              <a:gd name="connsiteY1" fmla="*/ 0 h 1349376"/>
              <a:gd name="connsiteX2" fmla="*/ 5143499 w 5143499"/>
              <a:gd name="connsiteY2" fmla="*/ 1349376 h 1349376"/>
              <a:gd name="connsiteX3" fmla="*/ 0 w 5143499"/>
              <a:gd name="connsiteY3" fmla="*/ 1349375 h 1349376"/>
              <a:gd name="connsiteX4" fmla="*/ 731837 w 5143499"/>
              <a:gd name="connsiteY4" fmla="*/ 0 h 1349376"/>
              <a:gd name="connsiteX0" fmla="*/ 731837 w 3248024"/>
              <a:gd name="connsiteY0" fmla="*/ 0 h 1349376"/>
              <a:gd name="connsiteX1" fmla="*/ 3022599 w 3248024"/>
              <a:gd name="connsiteY1" fmla="*/ 0 h 1349376"/>
              <a:gd name="connsiteX2" fmla="*/ 3248024 w 3248024"/>
              <a:gd name="connsiteY2" fmla="*/ 1349376 h 1349376"/>
              <a:gd name="connsiteX3" fmla="*/ 0 w 3248024"/>
              <a:gd name="connsiteY3" fmla="*/ 1349375 h 1349376"/>
              <a:gd name="connsiteX4" fmla="*/ 731837 w 3248024"/>
              <a:gd name="connsiteY4" fmla="*/ 0 h 1349376"/>
              <a:gd name="connsiteX0" fmla="*/ 731837 w 3248024"/>
              <a:gd name="connsiteY0" fmla="*/ 0 h 1349376"/>
              <a:gd name="connsiteX1" fmla="*/ 3248024 w 3248024"/>
              <a:gd name="connsiteY1" fmla="*/ 0 h 1349376"/>
              <a:gd name="connsiteX2" fmla="*/ 3248024 w 3248024"/>
              <a:gd name="connsiteY2" fmla="*/ 1349376 h 1349376"/>
              <a:gd name="connsiteX3" fmla="*/ 0 w 3248024"/>
              <a:gd name="connsiteY3" fmla="*/ 1349375 h 1349376"/>
              <a:gd name="connsiteX4" fmla="*/ 731837 w 3248024"/>
              <a:gd name="connsiteY4" fmla="*/ 0 h 1349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8024" h="1349376">
                <a:moveTo>
                  <a:pt x="731837" y="0"/>
                </a:moveTo>
                <a:lnTo>
                  <a:pt x="3248024" y="0"/>
                </a:lnTo>
                <a:lnTo>
                  <a:pt x="3248024" y="1349376"/>
                </a:lnTo>
                <a:lnTo>
                  <a:pt x="0" y="1349375"/>
                </a:lnTo>
                <a:lnTo>
                  <a:pt x="731837" y="0"/>
                </a:lnTo>
                <a:close/>
              </a:path>
            </a:pathLst>
          </a:custGeom>
        </p:spPr>
        <p:txBody>
          <a:bodyPr anchor="ctr"/>
          <a:lstStyle>
            <a:lvl1pPr algn="ctr">
              <a:defRPr/>
            </a:lvl1pPr>
          </a:lstStyle>
          <a:p>
            <a:endParaRPr lang="en-US" dirty="0"/>
          </a:p>
        </p:txBody>
      </p:sp>
      <p:sp>
        <p:nvSpPr>
          <p:cNvPr id="11"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2"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53756972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 Text Column">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3" y="1944688"/>
            <a:ext cx="5308600" cy="4448175"/>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1" name="Text Placeholder 9"/>
          <p:cNvSpPr>
            <a:spLocks noGrp="1"/>
          </p:cNvSpPr>
          <p:nvPr>
            <p:ph type="body" sz="quarter" idx="11"/>
          </p:nvPr>
        </p:nvSpPr>
        <p:spPr>
          <a:xfrm>
            <a:off x="6261100" y="1944688"/>
            <a:ext cx="5325533" cy="4448175"/>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7"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8"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63763086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2 Text Column">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01133" y="1944688"/>
            <a:ext cx="5308600" cy="2798763"/>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1" name="Text Placeholder 9"/>
          <p:cNvSpPr>
            <a:spLocks noGrp="1"/>
          </p:cNvSpPr>
          <p:nvPr>
            <p:ph type="body" sz="quarter" idx="11"/>
          </p:nvPr>
        </p:nvSpPr>
        <p:spPr>
          <a:xfrm>
            <a:off x="6261100" y="1944688"/>
            <a:ext cx="5325533" cy="2798763"/>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7" name="Picture Placeholder 10"/>
          <p:cNvSpPr>
            <a:spLocks noGrp="1"/>
          </p:cNvSpPr>
          <p:nvPr>
            <p:ph type="pic" sz="quarter" idx="13"/>
          </p:nvPr>
        </p:nvSpPr>
        <p:spPr>
          <a:xfrm>
            <a:off x="6100234" y="4921250"/>
            <a:ext cx="6091767" cy="1936750"/>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2619375 w 4972049"/>
              <a:gd name="connsiteY0" fmla="*/ 0 h 4913313"/>
              <a:gd name="connsiteX1" fmla="*/ 4962524 w 4972049"/>
              <a:gd name="connsiteY1" fmla="*/ 1568451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4972049"/>
              <a:gd name="connsiteY0" fmla="*/ 0 h 4913313"/>
              <a:gd name="connsiteX1" fmla="*/ 4972049 w 4972049"/>
              <a:gd name="connsiteY1" fmla="*/ 2 h 4913313"/>
              <a:gd name="connsiteX2" fmla="*/ 4972049 w 4972049"/>
              <a:gd name="connsiteY2" fmla="*/ 4913313 h 4913313"/>
              <a:gd name="connsiteX3" fmla="*/ 0 w 4972049"/>
              <a:gd name="connsiteY3" fmla="*/ 4913313 h 4913313"/>
              <a:gd name="connsiteX4" fmla="*/ 2619375 w 4972049"/>
              <a:gd name="connsiteY4" fmla="*/ 0 h 4913313"/>
              <a:gd name="connsiteX0" fmla="*/ 2619375 w 5143499"/>
              <a:gd name="connsiteY0" fmla="*/ 0 h 4913313"/>
              <a:gd name="connsiteX1" fmla="*/ 5143499 w 5143499"/>
              <a:gd name="connsiteY1" fmla="*/ 0 h 4913313"/>
              <a:gd name="connsiteX2" fmla="*/ 4972049 w 5143499"/>
              <a:gd name="connsiteY2" fmla="*/ 4913313 h 4913313"/>
              <a:gd name="connsiteX3" fmla="*/ 0 w 5143499"/>
              <a:gd name="connsiteY3" fmla="*/ 4913313 h 4913313"/>
              <a:gd name="connsiteX4" fmla="*/ 2619375 w 5143499"/>
              <a:gd name="connsiteY4" fmla="*/ 0 h 4913313"/>
              <a:gd name="connsiteX0" fmla="*/ 2619375 w 5143499"/>
              <a:gd name="connsiteY0" fmla="*/ 0 h 4913314"/>
              <a:gd name="connsiteX1" fmla="*/ 5143499 w 5143499"/>
              <a:gd name="connsiteY1" fmla="*/ 0 h 4913314"/>
              <a:gd name="connsiteX2" fmla="*/ 5143499 w 5143499"/>
              <a:gd name="connsiteY2" fmla="*/ 4913314 h 4913314"/>
              <a:gd name="connsiteX3" fmla="*/ 0 w 5143499"/>
              <a:gd name="connsiteY3" fmla="*/ 4913313 h 4913314"/>
              <a:gd name="connsiteX4" fmla="*/ 2619375 w 5143499"/>
              <a:gd name="connsiteY4" fmla="*/ 0 h 4913314"/>
              <a:gd name="connsiteX0" fmla="*/ 1820862 w 5143499"/>
              <a:gd name="connsiteY0" fmla="*/ 1482726 h 4913314"/>
              <a:gd name="connsiteX1" fmla="*/ 5143499 w 5143499"/>
              <a:gd name="connsiteY1" fmla="*/ 0 h 4913314"/>
              <a:gd name="connsiteX2" fmla="*/ 5143499 w 5143499"/>
              <a:gd name="connsiteY2" fmla="*/ 4913314 h 4913314"/>
              <a:gd name="connsiteX3" fmla="*/ 0 w 5143499"/>
              <a:gd name="connsiteY3" fmla="*/ 4913313 h 4913314"/>
              <a:gd name="connsiteX4" fmla="*/ 1820862 w 5143499"/>
              <a:gd name="connsiteY4" fmla="*/ 1482726 h 4913314"/>
              <a:gd name="connsiteX0" fmla="*/ 1820862 w 5143499"/>
              <a:gd name="connsiteY0" fmla="*/ 0 h 3430588"/>
              <a:gd name="connsiteX1" fmla="*/ 5143499 w 5143499"/>
              <a:gd name="connsiteY1" fmla="*/ 0 h 3430588"/>
              <a:gd name="connsiteX2" fmla="*/ 5143499 w 5143499"/>
              <a:gd name="connsiteY2" fmla="*/ 3430588 h 3430588"/>
              <a:gd name="connsiteX3" fmla="*/ 0 w 5143499"/>
              <a:gd name="connsiteY3" fmla="*/ 3430587 h 3430588"/>
              <a:gd name="connsiteX4" fmla="*/ 1820862 w 5143499"/>
              <a:gd name="connsiteY4" fmla="*/ 0 h 3430588"/>
              <a:gd name="connsiteX0" fmla="*/ 1030287 w 5143499"/>
              <a:gd name="connsiteY0" fmla="*/ 1493837 h 3430588"/>
              <a:gd name="connsiteX1" fmla="*/ 5143499 w 5143499"/>
              <a:gd name="connsiteY1" fmla="*/ 0 h 3430588"/>
              <a:gd name="connsiteX2" fmla="*/ 5143499 w 5143499"/>
              <a:gd name="connsiteY2" fmla="*/ 3430588 h 3430588"/>
              <a:gd name="connsiteX3" fmla="*/ 0 w 5143499"/>
              <a:gd name="connsiteY3" fmla="*/ 3430587 h 3430588"/>
              <a:gd name="connsiteX4" fmla="*/ 1030287 w 5143499"/>
              <a:gd name="connsiteY4" fmla="*/ 1493837 h 3430588"/>
              <a:gd name="connsiteX0" fmla="*/ 1030287 w 5143499"/>
              <a:gd name="connsiteY0" fmla="*/ 0 h 1936751"/>
              <a:gd name="connsiteX1" fmla="*/ 5143499 w 5143499"/>
              <a:gd name="connsiteY1" fmla="*/ 0 h 1936751"/>
              <a:gd name="connsiteX2" fmla="*/ 5143499 w 5143499"/>
              <a:gd name="connsiteY2" fmla="*/ 1936751 h 1936751"/>
              <a:gd name="connsiteX3" fmla="*/ 0 w 5143499"/>
              <a:gd name="connsiteY3" fmla="*/ 1936750 h 1936751"/>
              <a:gd name="connsiteX4" fmla="*/ 1030287 w 5143499"/>
              <a:gd name="connsiteY4" fmla="*/ 0 h 1936751"/>
              <a:gd name="connsiteX0" fmla="*/ 1030287 w 5143499"/>
              <a:gd name="connsiteY0" fmla="*/ 0 h 1936751"/>
              <a:gd name="connsiteX1" fmla="*/ 4581524 w 5143499"/>
              <a:gd name="connsiteY1" fmla="*/ 0 h 1936751"/>
              <a:gd name="connsiteX2" fmla="*/ 5143499 w 5143499"/>
              <a:gd name="connsiteY2" fmla="*/ 1936751 h 1936751"/>
              <a:gd name="connsiteX3" fmla="*/ 0 w 5143499"/>
              <a:gd name="connsiteY3" fmla="*/ 1936750 h 1936751"/>
              <a:gd name="connsiteX4" fmla="*/ 1030287 w 5143499"/>
              <a:gd name="connsiteY4" fmla="*/ 0 h 1936751"/>
              <a:gd name="connsiteX0" fmla="*/ 1030287 w 4581524"/>
              <a:gd name="connsiteY0" fmla="*/ 0 h 1936751"/>
              <a:gd name="connsiteX1" fmla="*/ 4581524 w 4581524"/>
              <a:gd name="connsiteY1" fmla="*/ 0 h 1936751"/>
              <a:gd name="connsiteX2" fmla="*/ 4581524 w 4581524"/>
              <a:gd name="connsiteY2" fmla="*/ 1936751 h 1936751"/>
              <a:gd name="connsiteX3" fmla="*/ 0 w 4581524"/>
              <a:gd name="connsiteY3" fmla="*/ 1936750 h 1936751"/>
              <a:gd name="connsiteX4" fmla="*/ 1030287 w 4581524"/>
              <a:gd name="connsiteY4" fmla="*/ 0 h 1936751"/>
              <a:gd name="connsiteX0" fmla="*/ 1030287 w 5429249"/>
              <a:gd name="connsiteY0" fmla="*/ 0 h 1936751"/>
              <a:gd name="connsiteX1" fmla="*/ 5429249 w 5429249"/>
              <a:gd name="connsiteY1" fmla="*/ 0 h 1936751"/>
              <a:gd name="connsiteX2" fmla="*/ 4581524 w 5429249"/>
              <a:gd name="connsiteY2" fmla="*/ 1936751 h 1936751"/>
              <a:gd name="connsiteX3" fmla="*/ 0 w 5429249"/>
              <a:gd name="connsiteY3" fmla="*/ 1936750 h 1936751"/>
              <a:gd name="connsiteX4" fmla="*/ 1030287 w 5429249"/>
              <a:gd name="connsiteY4" fmla="*/ 0 h 1936751"/>
              <a:gd name="connsiteX0" fmla="*/ 1030287 w 5429249"/>
              <a:gd name="connsiteY0" fmla="*/ 0 h 1936750"/>
              <a:gd name="connsiteX1" fmla="*/ 5429249 w 5429249"/>
              <a:gd name="connsiteY1" fmla="*/ 0 h 1936750"/>
              <a:gd name="connsiteX2" fmla="*/ 5429249 w 5429249"/>
              <a:gd name="connsiteY2" fmla="*/ 1936750 h 1936750"/>
              <a:gd name="connsiteX3" fmla="*/ 0 w 5429249"/>
              <a:gd name="connsiteY3" fmla="*/ 1936750 h 1936750"/>
              <a:gd name="connsiteX4" fmla="*/ 1030287 w 5429249"/>
              <a:gd name="connsiteY4" fmla="*/ 0 h 1936750"/>
              <a:gd name="connsiteX0" fmla="*/ 1030287 w 5429249"/>
              <a:gd name="connsiteY0" fmla="*/ 0 h 1936750"/>
              <a:gd name="connsiteX1" fmla="*/ 4568825 w 5429249"/>
              <a:gd name="connsiteY1" fmla="*/ 0 h 1936750"/>
              <a:gd name="connsiteX2" fmla="*/ 5429249 w 5429249"/>
              <a:gd name="connsiteY2" fmla="*/ 1936750 h 1936750"/>
              <a:gd name="connsiteX3" fmla="*/ 0 w 5429249"/>
              <a:gd name="connsiteY3" fmla="*/ 1936750 h 1936750"/>
              <a:gd name="connsiteX4" fmla="*/ 1030287 w 5429249"/>
              <a:gd name="connsiteY4" fmla="*/ 0 h 1936750"/>
              <a:gd name="connsiteX0" fmla="*/ 1030287 w 4568825"/>
              <a:gd name="connsiteY0" fmla="*/ 0 h 1936750"/>
              <a:gd name="connsiteX1" fmla="*/ 4568825 w 4568825"/>
              <a:gd name="connsiteY1" fmla="*/ 0 h 1936750"/>
              <a:gd name="connsiteX2" fmla="*/ 4568825 w 4568825"/>
              <a:gd name="connsiteY2" fmla="*/ 1936750 h 1936750"/>
              <a:gd name="connsiteX3" fmla="*/ 0 w 4568825"/>
              <a:gd name="connsiteY3" fmla="*/ 1936750 h 1936750"/>
              <a:gd name="connsiteX4" fmla="*/ 1030287 w 4568825"/>
              <a:gd name="connsiteY4" fmla="*/ 0 h 1936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8825" h="1936750">
                <a:moveTo>
                  <a:pt x="1030287" y="0"/>
                </a:moveTo>
                <a:lnTo>
                  <a:pt x="4568825" y="0"/>
                </a:lnTo>
                <a:lnTo>
                  <a:pt x="4568825" y="1936750"/>
                </a:lnTo>
                <a:lnTo>
                  <a:pt x="0" y="1936750"/>
                </a:lnTo>
                <a:lnTo>
                  <a:pt x="1030287" y="0"/>
                </a:lnTo>
                <a:close/>
              </a:path>
            </a:pathLst>
          </a:custGeom>
        </p:spPr>
        <p:txBody>
          <a:bodyPr anchor="ctr"/>
          <a:lstStyle>
            <a:lvl1pPr algn="ctr">
              <a:defRPr/>
            </a:lvl1pPr>
          </a:lstStyle>
          <a:p>
            <a:endParaRPr lang="en-US" dirty="0"/>
          </a:p>
        </p:txBody>
      </p:sp>
      <p:sp>
        <p:nvSpPr>
          <p:cNvPr id="12" name="Picture Placeholder 11"/>
          <p:cNvSpPr>
            <a:spLocks noGrp="1"/>
          </p:cNvSpPr>
          <p:nvPr>
            <p:ph type="pic" sz="quarter" idx="14"/>
          </p:nvPr>
        </p:nvSpPr>
        <p:spPr>
          <a:xfrm>
            <a:off x="0" y="4921250"/>
            <a:ext cx="7188200" cy="1936750"/>
          </a:xfrm>
          <a:custGeom>
            <a:avLst/>
            <a:gdLst>
              <a:gd name="connsiteX0" fmla="*/ 0 w 5581650"/>
              <a:gd name="connsiteY0" fmla="*/ 0 h 1936750"/>
              <a:gd name="connsiteX1" fmla="*/ 5581650 w 5581650"/>
              <a:gd name="connsiteY1" fmla="*/ 0 h 1936750"/>
              <a:gd name="connsiteX2" fmla="*/ 5581650 w 5581650"/>
              <a:gd name="connsiteY2" fmla="*/ 1936750 h 1936750"/>
              <a:gd name="connsiteX3" fmla="*/ 0 w 5581650"/>
              <a:gd name="connsiteY3" fmla="*/ 1936750 h 1936750"/>
              <a:gd name="connsiteX4" fmla="*/ 0 w 5581650"/>
              <a:gd name="connsiteY4" fmla="*/ 0 h 1936750"/>
              <a:gd name="connsiteX0" fmla="*/ 0 w 5581650"/>
              <a:gd name="connsiteY0" fmla="*/ 0 h 1936750"/>
              <a:gd name="connsiteX1" fmla="*/ 5581650 w 5581650"/>
              <a:gd name="connsiteY1" fmla="*/ 0 h 1936750"/>
              <a:gd name="connsiteX2" fmla="*/ 4562476 w 5581650"/>
              <a:gd name="connsiteY2" fmla="*/ 1936750 h 1936750"/>
              <a:gd name="connsiteX3" fmla="*/ 0 w 5581650"/>
              <a:gd name="connsiteY3" fmla="*/ 1936750 h 1936750"/>
              <a:gd name="connsiteX4" fmla="*/ 0 w 5581650"/>
              <a:gd name="connsiteY4" fmla="*/ 0 h 1936750"/>
              <a:gd name="connsiteX0" fmla="*/ 161925 w 5581650"/>
              <a:gd name="connsiteY0" fmla="*/ 0 h 1936750"/>
              <a:gd name="connsiteX1" fmla="*/ 5581650 w 5581650"/>
              <a:gd name="connsiteY1" fmla="*/ 0 h 1936750"/>
              <a:gd name="connsiteX2" fmla="*/ 4562476 w 5581650"/>
              <a:gd name="connsiteY2" fmla="*/ 1936750 h 1936750"/>
              <a:gd name="connsiteX3" fmla="*/ 0 w 5581650"/>
              <a:gd name="connsiteY3" fmla="*/ 1936750 h 1936750"/>
              <a:gd name="connsiteX4" fmla="*/ 161925 w 5581650"/>
              <a:gd name="connsiteY4" fmla="*/ 0 h 1936750"/>
              <a:gd name="connsiteX0" fmla="*/ 0 w 5419725"/>
              <a:gd name="connsiteY0" fmla="*/ 0 h 1936751"/>
              <a:gd name="connsiteX1" fmla="*/ 5419725 w 5419725"/>
              <a:gd name="connsiteY1" fmla="*/ 0 h 1936751"/>
              <a:gd name="connsiteX2" fmla="*/ 4400551 w 5419725"/>
              <a:gd name="connsiteY2" fmla="*/ 1936750 h 1936751"/>
              <a:gd name="connsiteX3" fmla="*/ 0 w 5419725"/>
              <a:gd name="connsiteY3" fmla="*/ 1936751 h 1936751"/>
              <a:gd name="connsiteX4" fmla="*/ 0 w 5419725"/>
              <a:gd name="connsiteY4" fmla="*/ 0 h 1936751"/>
              <a:gd name="connsiteX0" fmla="*/ 838200 w 5419725"/>
              <a:gd name="connsiteY0" fmla="*/ 0 h 1936751"/>
              <a:gd name="connsiteX1" fmla="*/ 5419725 w 5419725"/>
              <a:gd name="connsiteY1" fmla="*/ 0 h 1936751"/>
              <a:gd name="connsiteX2" fmla="*/ 4400551 w 5419725"/>
              <a:gd name="connsiteY2" fmla="*/ 1936750 h 1936751"/>
              <a:gd name="connsiteX3" fmla="*/ 0 w 5419725"/>
              <a:gd name="connsiteY3" fmla="*/ 1936751 h 1936751"/>
              <a:gd name="connsiteX4" fmla="*/ 838200 w 5419725"/>
              <a:gd name="connsiteY4" fmla="*/ 0 h 1936751"/>
              <a:gd name="connsiteX0" fmla="*/ 0 w 4581525"/>
              <a:gd name="connsiteY0" fmla="*/ 0 h 1936750"/>
              <a:gd name="connsiteX1" fmla="*/ 4581525 w 4581525"/>
              <a:gd name="connsiteY1" fmla="*/ 0 h 1936750"/>
              <a:gd name="connsiteX2" fmla="*/ 3562351 w 4581525"/>
              <a:gd name="connsiteY2" fmla="*/ 1936750 h 1936750"/>
              <a:gd name="connsiteX3" fmla="*/ 0 w 4581525"/>
              <a:gd name="connsiteY3" fmla="*/ 1936750 h 1936750"/>
              <a:gd name="connsiteX4" fmla="*/ 0 w 4581525"/>
              <a:gd name="connsiteY4" fmla="*/ 0 h 1936750"/>
              <a:gd name="connsiteX0" fmla="*/ 0 w 4581525"/>
              <a:gd name="connsiteY0" fmla="*/ 0 h 1936750"/>
              <a:gd name="connsiteX1" fmla="*/ 4581525 w 4581525"/>
              <a:gd name="connsiteY1" fmla="*/ 0 h 1936750"/>
              <a:gd name="connsiteX2" fmla="*/ 3562351 w 4581525"/>
              <a:gd name="connsiteY2" fmla="*/ 1936750 h 1936750"/>
              <a:gd name="connsiteX3" fmla="*/ 0 w 4581525"/>
              <a:gd name="connsiteY3" fmla="*/ 1936750 h 1936750"/>
              <a:gd name="connsiteX4" fmla="*/ 0 w 4581525"/>
              <a:gd name="connsiteY4" fmla="*/ 0 h 1936750"/>
              <a:gd name="connsiteX0" fmla="*/ 0 w 4581525"/>
              <a:gd name="connsiteY0" fmla="*/ 0 h 1936750"/>
              <a:gd name="connsiteX1" fmla="*/ 4581525 w 4581525"/>
              <a:gd name="connsiteY1" fmla="*/ 0 h 1936750"/>
              <a:gd name="connsiteX2" fmla="*/ 2695575 w 4581525"/>
              <a:gd name="connsiteY2" fmla="*/ 1936750 h 1936750"/>
              <a:gd name="connsiteX3" fmla="*/ 0 w 4581525"/>
              <a:gd name="connsiteY3" fmla="*/ 1936750 h 1936750"/>
              <a:gd name="connsiteX4" fmla="*/ 0 w 4581525"/>
              <a:gd name="connsiteY4" fmla="*/ 0 h 1936750"/>
              <a:gd name="connsiteX0" fmla="*/ 0 w 4581525"/>
              <a:gd name="connsiteY0" fmla="*/ 0 h 1936750"/>
              <a:gd name="connsiteX1" fmla="*/ 4581525 w 4581525"/>
              <a:gd name="connsiteY1" fmla="*/ 0 h 1936750"/>
              <a:gd name="connsiteX2" fmla="*/ 3543300 w 4581525"/>
              <a:gd name="connsiteY2" fmla="*/ 1936750 h 1936750"/>
              <a:gd name="connsiteX3" fmla="*/ 0 w 4581525"/>
              <a:gd name="connsiteY3" fmla="*/ 1936750 h 1936750"/>
              <a:gd name="connsiteX4" fmla="*/ 0 w 4581525"/>
              <a:gd name="connsiteY4" fmla="*/ 0 h 1936750"/>
              <a:gd name="connsiteX0" fmla="*/ 0 w 5353050"/>
              <a:gd name="connsiteY0" fmla="*/ 0 h 1936750"/>
              <a:gd name="connsiteX1" fmla="*/ 5353050 w 5353050"/>
              <a:gd name="connsiteY1" fmla="*/ 0 h 1936750"/>
              <a:gd name="connsiteX2" fmla="*/ 4314825 w 5353050"/>
              <a:gd name="connsiteY2" fmla="*/ 1936750 h 1936750"/>
              <a:gd name="connsiteX3" fmla="*/ 771525 w 5353050"/>
              <a:gd name="connsiteY3" fmla="*/ 1936750 h 1936750"/>
              <a:gd name="connsiteX4" fmla="*/ 0 w 5353050"/>
              <a:gd name="connsiteY4" fmla="*/ 0 h 1936750"/>
              <a:gd name="connsiteX0" fmla="*/ 0 w 5353050"/>
              <a:gd name="connsiteY0" fmla="*/ 0 h 1936750"/>
              <a:gd name="connsiteX1" fmla="*/ 5353050 w 5353050"/>
              <a:gd name="connsiteY1" fmla="*/ 0 h 1936750"/>
              <a:gd name="connsiteX2" fmla="*/ 4314825 w 5353050"/>
              <a:gd name="connsiteY2" fmla="*/ 1936750 h 1936750"/>
              <a:gd name="connsiteX3" fmla="*/ 0 w 5353050"/>
              <a:gd name="connsiteY3" fmla="*/ 1936750 h 1936750"/>
              <a:gd name="connsiteX4" fmla="*/ 0 w 5353050"/>
              <a:gd name="connsiteY4" fmla="*/ 0 h 1936750"/>
              <a:gd name="connsiteX0" fmla="*/ 0 w 5391150"/>
              <a:gd name="connsiteY0" fmla="*/ 0 h 1936750"/>
              <a:gd name="connsiteX1" fmla="*/ 5391150 w 5391150"/>
              <a:gd name="connsiteY1" fmla="*/ 0 h 1936750"/>
              <a:gd name="connsiteX2" fmla="*/ 4352925 w 5391150"/>
              <a:gd name="connsiteY2" fmla="*/ 1936750 h 1936750"/>
              <a:gd name="connsiteX3" fmla="*/ 38100 w 5391150"/>
              <a:gd name="connsiteY3" fmla="*/ 1936750 h 1936750"/>
              <a:gd name="connsiteX4" fmla="*/ 0 w 5391150"/>
              <a:gd name="connsiteY4" fmla="*/ 0 h 1936750"/>
              <a:gd name="connsiteX0" fmla="*/ 0 w 5391150"/>
              <a:gd name="connsiteY0" fmla="*/ 0 h 1936750"/>
              <a:gd name="connsiteX1" fmla="*/ 5391150 w 5391150"/>
              <a:gd name="connsiteY1" fmla="*/ 0 h 1936750"/>
              <a:gd name="connsiteX2" fmla="*/ 4352925 w 5391150"/>
              <a:gd name="connsiteY2" fmla="*/ 1936750 h 1936750"/>
              <a:gd name="connsiteX3" fmla="*/ 0 w 5391150"/>
              <a:gd name="connsiteY3" fmla="*/ 1936750 h 1936750"/>
              <a:gd name="connsiteX4" fmla="*/ 0 w 5391150"/>
              <a:gd name="connsiteY4" fmla="*/ 0 h 1936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150" h="1936750">
                <a:moveTo>
                  <a:pt x="0" y="0"/>
                </a:moveTo>
                <a:lnTo>
                  <a:pt x="5391150" y="0"/>
                </a:lnTo>
                <a:lnTo>
                  <a:pt x="4352925" y="1936750"/>
                </a:lnTo>
                <a:lnTo>
                  <a:pt x="0" y="1936750"/>
                </a:lnTo>
                <a:lnTo>
                  <a:pt x="0" y="0"/>
                </a:lnTo>
                <a:close/>
              </a:path>
            </a:pathLst>
          </a:custGeom>
        </p:spPr>
        <p:txBody>
          <a:bodyPr anchor="ctr"/>
          <a:lstStyle>
            <a:lvl1pPr algn="ctr">
              <a:defRPr/>
            </a:lvl1pPr>
          </a:lstStyle>
          <a:p>
            <a:endParaRPr lang="en-US" dirty="0"/>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63969780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Map Stats Layout">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13833"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8" name="Text Placeholder 6"/>
          <p:cNvSpPr>
            <a:spLocks noGrp="1"/>
          </p:cNvSpPr>
          <p:nvPr>
            <p:ph type="body" sz="quarter" idx="11"/>
          </p:nvPr>
        </p:nvSpPr>
        <p:spPr>
          <a:xfrm>
            <a:off x="3350684"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9" name="Text Placeholder 6"/>
          <p:cNvSpPr>
            <a:spLocks noGrp="1"/>
          </p:cNvSpPr>
          <p:nvPr>
            <p:ph type="body" sz="quarter" idx="12"/>
          </p:nvPr>
        </p:nvSpPr>
        <p:spPr>
          <a:xfrm>
            <a:off x="6087535"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10" name="Text Placeholder 6"/>
          <p:cNvSpPr>
            <a:spLocks noGrp="1"/>
          </p:cNvSpPr>
          <p:nvPr>
            <p:ph type="body" sz="quarter" idx="13"/>
          </p:nvPr>
        </p:nvSpPr>
        <p:spPr>
          <a:xfrm>
            <a:off x="8824385" y="5651501"/>
            <a:ext cx="2736851" cy="741363"/>
          </a:xfrm>
          <a:prstGeom prst="rect">
            <a:avLst/>
          </a:prstGeom>
        </p:spPr>
        <p:txBody>
          <a:bodyPr anchor="ctr"/>
          <a:lstStyle>
            <a:lvl1pPr algn="ctr">
              <a:buNone/>
              <a:defRPr b="0">
                <a:solidFill>
                  <a:schemeClr val="bg2"/>
                </a:solidFill>
              </a:defRPr>
            </a:lvl1pPr>
            <a:lvl2pPr algn="ctr">
              <a:buNone/>
              <a:defRPr b="0">
                <a:solidFill>
                  <a:schemeClr val="bg2"/>
                </a:solidFill>
              </a:defRPr>
            </a:lvl2pPr>
            <a:lvl3pPr algn="ctr">
              <a:buNone/>
              <a:defRPr b="0">
                <a:solidFill>
                  <a:schemeClr val="bg2"/>
                </a:solidFill>
              </a:defRPr>
            </a:lvl3pPr>
            <a:lvl4pPr algn="ctr">
              <a:buNone/>
              <a:defRPr b="0">
                <a:solidFill>
                  <a:schemeClr val="bg2"/>
                </a:solidFill>
              </a:defRPr>
            </a:lvl4pPr>
            <a:lvl5pPr algn="ctr">
              <a:buNone/>
              <a:defRPr b="0">
                <a:solidFill>
                  <a:schemeClr val="bg2"/>
                </a:solidFill>
              </a:defRPr>
            </a:lvl5pPr>
          </a:lstStyle>
          <a:p>
            <a:pPr lvl="0"/>
            <a:endParaRPr lang="en-US"/>
          </a:p>
        </p:txBody>
      </p:sp>
      <p:sp>
        <p:nvSpPr>
          <p:cNvPr id="11" name="Text Placeholder 6"/>
          <p:cNvSpPr>
            <a:spLocks noGrp="1"/>
          </p:cNvSpPr>
          <p:nvPr>
            <p:ph type="body" sz="quarter" idx="14"/>
          </p:nvPr>
        </p:nvSpPr>
        <p:spPr>
          <a:xfrm>
            <a:off x="613833"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2" name="Text Placeholder 6"/>
          <p:cNvSpPr>
            <a:spLocks noGrp="1"/>
          </p:cNvSpPr>
          <p:nvPr>
            <p:ph type="body" sz="quarter" idx="15"/>
          </p:nvPr>
        </p:nvSpPr>
        <p:spPr>
          <a:xfrm>
            <a:off x="3350684"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3" name="Text Placeholder 6"/>
          <p:cNvSpPr>
            <a:spLocks noGrp="1"/>
          </p:cNvSpPr>
          <p:nvPr>
            <p:ph type="body" sz="quarter" idx="16"/>
          </p:nvPr>
        </p:nvSpPr>
        <p:spPr>
          <a:xfrm>
            <a:off x="6087535"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4" name="Text Placeholder 6"/>
          <p:cNvSpPr>
            <a:spLocks noGrp="1"/>
          </p:cNvSpPr>
          <p:nvPr>
            <p:ph type="body" sz="quarter" idx="17"/>
          </p:nvPr>
        </p:nvSpPr>
        <p:spPr>
          <a:xfrm>
            <a:off x="8824385" y="6392864"/>
            <a:ext cx="2736851" cy="238125"/>
          </a:xfrm>
          <a:prstGeom prst="rect">
            <a:avLst/>
          </a:prstGeom>
        </p:spPr>
        <p:txBody>
          <a:bodyPr anchor="ctr"/>
          <a:lstStyle>
            <a:lvl1pPr algn="ctr">
              <a:buNone/>
              <a:defRPr sz="1200" b="0">
                <a:solidFill>
                  <a:schemeClr val="bg2"/>
                </a:solidFill>
              </a:defRPr>
            </a:lvl1pPr>
            <a:lvl2pPr algn="ctr">
              <a:buNone/>
              <a:defRPr sz="1200" b="0">
                <a:solidFill>
                  <a:schemeClr val="bg2"/>
                </a:solidFill>
              </a:defRPr>
            </a:lvl2pPr>
            <a:lvl3pPr algn="ctr">
              <a:buNone/>
              <a:defRPr sz="1200" b="0">
                <a:solidFill>
                  <a:schemeClr val="bg2"/>
                </a:solidFill>
              </a:defRPr>
            </a:lvl3pPr>
            <a:lvl4pPr algn="ctr">
              <a:buNone/>
              <a:defRPr sz="1200" b="0">
                <a:solidFill>
                  <a:schemeClr val="bg2"/>
                </a:solidFill>
              </a:defRPr>
            </a:lvl4pPr>
            <a:lvl5pPr algn="ctr">
              <a:buNone/>
              <a:defRPr sz="1200" b="0">
                <a:solidFill>
                  <a:schemeClr val="bg2"/>
                </a:solidFill>
              </a:defRPr>
            </a:lvl5pPr>
          </a:lstStyle>
          <a:p>
            <a:pPr lvl="0"/>
            <a:endParaRPr lang="en-US"/>
          </a:p>
        </p:txBody>
      </p:sp>
      <p:sp>
        <p:nvSpPr>
          <p:cNvPr id="16"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8" name="Text Placeholder 11"/>
          <p:cNvSpPr>
            <a:spLocks noGrp="1"/>
          </p:cNvSpPr>
          <p:nvPr>
            <p:ph type="body" sz="quarter" idx="18"/>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6799601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 Column icon layout">
    <p:spTree>
      <p:nvGrpSpPr>
        <p:cNvPr id="1" name=""/>
        <p:cNvGrpSpPr/>
        <p:nvPr/>
      </p:nvGrpSpPr>
      <p:grpSpPr>
        <a:xfrm>
          <a:off x="0" y="0"/>
          <a:ext cx="0" cy="0"/>
          <a:chOff x="0" y="0"/>
          <a:chExt cx="0" cy="0"/>
        </a:xfrm>
      </p:grpSpPr>
      <p:sp>
        <p:nvSpPr>
          <p:cNvPr id="11" name="Text Placeholder 6"/>
          <p:cNvSpPr>
            <a:spLocks noGrp="1"/>
          </p:cNvSpPr>
          <p:nvPr>
            <p:ph type="body" sz="quarter" idx="14"/>
          </p:nvPr>
        </p:nvSpPr>
        <p:spPr>
          <a:xfrm>
            <a:off x="601132" y="2733675"/>
            <a:ext cx="2749552" cy="3659188"/>
          </a:xfrm>
          <a:prstGeom prst="rect">
            <a:avLst/>
          </a:prstGeom>
        </p:spPr>
        <p:txBody>
          <a:bodyPr l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2" name="Text Placeholder 6"/>
          <p:cNvSpPr>
            <a:spLocks noGrp="1"/>
          </p:cNvSpPr>
          <p:nvPr>
            <p:ph type="body" sz="quarter" idx="15"/>
          </p:nvPr>
        </p:nvSpPr>
        <p:spPr>
          <a:xfrm>
            <a:off x="3350684" y="2733675"/>
            <a:ext cx="2736851" cy="3659188"/>
          </a:xfrm>
          <a:prstGeom prst="rect">
            <a:avLst/>
          </a:prstGeom>
        </p:spPr>
        <p:txBody>
          <a:bodyPr l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3" name="Text Placeholder 6"/>
          <p:cNvSpPr>
            <a:spLocks noGrp="1"/>
          </p:cNvSpPr>
          <p:nvPr>
            <p:ph type="body" sz="quarter" idx="16"/>
          </p:nvPr>
        </p:nvSpPr>
        <p:spPr>
          <a:xfrm>
            <a:off x="6087535" y="2733675"/>
            <a:ext cx="2736851" cy="3659188"/>
          </a:xfrm>
          <a:prstGeom prst="rect">
            <a:avLst/>
          </a:prstGeom>
        </p:spPr>
        <p:txBody>
          <a:bodyPr l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4" name="Text Placeholder 6"/>
          <p:cNvSpPr>
            <a:spLocks noGrp="1"/>
          </p:cNvSpPr>
          <p:nvPr>
            <p:ph type="body" sz="quarter" idx="17"/>
          </p:nvPr>
        </p:nvSpPr>
        <p:spPr>
          <a:xfrm>
            <a:off x="8824385" y="2733675"/>
            <a:ext cx="2736851" cy="3659188"/>
          </a:xfrm>
          <a:prstGeom prst="rect">
            <a:avLst/>
          </a:prstGeom>
        </p:spPr>
        <p:txBody>
          <a:bodyPr l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5" name="Picture Placeholder 16"/>
          <p:cNvSpPr>
            <a:spLocks noGrp="1"/>
          </p:cNvSpPr>
          <p:nvPr>
            <p:ph type="pic" sz="quarter" idx="18" hasCustomPrompt="1"/>
          </p:nvPr>
        </p:nvSpPr>
        <p:spPr>
          <a:xfrm>
            <a:off x="565454" y="1944689"/>
            <a:ext cx="980017" cy="735013"/>
          </a:xfrm>
          <a:prstGeom prst="rect">
            <a:avLst/>
          </a:prstGeom>
        </p:spPr>
        <p:txBody>
          <a:bodyPr anchor="ctr"/>
          <a:lstStyle>
            <a:lvl1pPr algn="ctr">
              <a:defRPr>
                <a:solidFill>
                  <a:schemeClr val="accent6"/>
                </a:solidFill>
              </a:defRPr>
            </a:lvl1pPr>
          </a:lstStyle>
          <a:p>
            <a:r>
              <a:rPr lang="en-US" dirty="0"/>
              <a:t>icon</a:t>
            </a:r>
          </a:p>
        </p:txBody>
      </p:sp>
      <p:sp>
        <p:nvSpPr>
          <p:cNvPr id="16" name="Picture Placeholder 16"/>
          <p:cNvSpPr>
            <a:spLocks noGrp="1"/>
          </p:cNvSpPr>
          <p:nvPr>
            <p:ph type="pic" sz="quarter" idx="19" hasCustomPrompt="1"/>
          </p:nvPr>
        </p:nvSpPr>
        <p:spPr>
          <a:xfrm>
            <a:off x="8856437" y="1944689"/>
            <a:ext cx="980017" cy="735013"/>
          </a:xfrm>
          <a:prstGeom prst="rect">
            <a:avLst/>
          </a:prstGeom>
        </p:spPr>
        <p:txBody>
          <a:bodyPr anchor="ctr"/>
          <a:lstStyle>
            <a:lvl1pPr algn="ctr">
              <a:defRPr>
                <a:solidFill>
                  <a:schemeClr val="accent6"/>
                </a:solidFill>
              </a:defRPr>
            </a:lvl1pPr>
          </a:lstStyle>
          <a:p>
            <a:r>
              <a:rPr lang="en-US" dirty="0"/>
              <a:t>icon</a:t>
            </a:r>
          </a:p>
        </p:txBody>
      </p:sp>
      <p:sp>
        <p:nvSpPr>
          <p:cNvPr id="17" name="Picture Placeholder 16"/>
          <p:cNvSpPr>
            <a:spLocks noGrp="1"/>
          </p:cNvSpPr>
          <p:nvPr>
            <p:ph type="pic" sz="quarter" idx="20" hasCustomPrompt="1"/>
          </p:nvPr>
        </p:nvSpPr>
        <p:spPr>
          <a:xfrm>
            <a:off x="6092777" y="1944689"/>
            <a:ext cx="980017" cy="735013"/>
          </a:xfrm>
          <a:prstGeom prst="rect">
            <a:avLst/>
          </a:prstGeom>
        </p:spPr>
        <p:txBody>
          <a:bodyPr anchor="ctr"/>
          <a:lstStyle>
            <a:lvl1pPr algn="ctr">
              <a:defRPr>
                <a:solidFill>
                  <a:schemeClr val="accent6"/>
                </a:solidFill>
              </a:defRPr>
            </a:lvl1pPr>
          </a:lstStyle>
          <a:p>
            <a:r>
              <a:rPr lang="en-US" dirty="0"/>
              <a:t>icon</a:t>
            </a:r>
          </a:p>
        </p:txBody>
      </p:sp>
      <p:sp>
        <p:nvSpPr>
          <p:cNvPr id="18" name="Picture Placeholder 16"/>
          <p:cNvSpPr>
            <a:spLocks noGrp="1"/>
          </p:cNvSpPr>
          <p:nvPr>
            <p:ph type="pic" sz="quarter" idx="21" hasCustomPrompt="1"/>
          </p:nvPr>
        </p:nvSpPr>
        <p:spPr>
          <a:xfrm>
            <a:off x="3329116" y="1944689"/>
            <a:ext cx="980017" cy="735013"/>
          </a:xfrm>
          <a:prstGeom prst="rect">
            <a:avLst/>
          </a:prstGeom>
        </p:spPr>
        <p:txBody>
          <a:bodyPr anchor="ctr"/>
          <a:lstStyle>
            <a:lvl1pPr algn="ctr">
              <a:defRPr>
                <a:solidFill>
                  <a:schemeClr val="accent6"/>
                </a:solidFill>
              </a:defRPr>
            </a:lvl1pPr>
          </a:lstStyle>
          <a:p>
            <a:r>
              <a:rPr lang="en-US" dirty="0"/>
              <a:t>icon</a:t>
            </a:r>
          </a:p>
        </p:txBody>
      </p:sp>
      <p:sp>
        <p:nvSpPr>
          <p:cNvPr id="22"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23"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55799966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4 Column picture layout">
    <p:spTree>
      <p:nvGrpSpPr>
        <p:cNvPr id="1" name=""/>
        <p:cNvGrpSpPr/>
        <p:nvPr/>
      </p:nvGrpSpPr>
      <p:grpSpPr>
        <a:xfrm>
          <a:off x="0" y="0"/>
          <a:ext cx="0" cy="0"/>
          <a:chOff x="0" y="0"/>
          <a:chExt cx="0" cy="0"/>
        </a:xfrm>
      </p:grpSpPr>
      <p:sp>
        <p:nvSpPr>
          <p:cNvPr id="17"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29"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59463931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 Infographic layout">
    <p:spTree>
      <p:nvGrpSpPr>
        <p:cNvPr id="1" name=""/>
        <p:cNvGrpSpPr/>
        <p:nvPr/>
      </p:nvGrpSpPr>
      <p:grpSpPr>
        <a:xfrm>
          <a:off x="0" y="0"/>
          <a:ext cx="0" cy="0"/>
          <a:chOff x="0" y="0"/>
          <a:chExt cx="0" cy="0"/>
        </a:xfrm>
      </p:grpSpPr>
      <p:sp>
        <p:nvSpPr>
          <p:cNvPr id="5" name="Chart Placeholder 4"/>
          <p:cNvSpPr>
            <a:spLocks noGrp="1"/>
          </p:cNvSpPr>
          <p:nvPr>
            <p:ph type="chart" sz="quarter" idx="10"/>
          </p:nvPr>
        </p:nvSpPr>
        <p:spPr>
          <a:xfrm>
            <a:off x="6278033" y="1944689"/>
            <a:ext cx="5283200" cy="3706813"/>
          </a:xfrm>
          <a:prstGeom prst="rect">
            <a:avLst/>
          </a:prstGeom>
        </p:spPr>
        <p:txBody>
          <a:bodyPr anchor="ctr"/>
          <a:lstStyle>
            <a:lvl1pPr algn="ctr">
              <a:buNone/>
              <a:defRPr sz="1800">
                <a:solidFill>
                  <a:schemeClr val="bg2"/>
                </a:solidFill>
              </a:defRPr>
            </a:lvl1pPr>
          </a:lstStyle>
          <a:p>
            <a:endParaRPr lang="en-US" dirty="0"/>
          </a:p>
        </p:txBody>
      </p:sp>
      <p:sp>
        <p:nvSpPr>
          <p:cNvPr id="6" name="Text Placeholder 9"/>
          <p:cNvSpPr>
            <a:spLocks noGrp="1"/>
          </p:cNvSpPr>
          <p:nvPr>
            <p:ph type="body" sz="quarter" idx="11"/>
          </p:nvPr>
        </p:nvSpPr>
        <p:spPr>
          <a:xfrm>
            <a:off x="601133" y="1944688"/>
            <a:ext cx="5308601" cy="4448175"/>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Text Placeholder 7"/>
          <p:cNvSpPr>
            <a:spLocks noGrp="1"/>
          </p:cNvSpPr>
          <p:nvPr>
            <p:ph type="body" sz="quarter" idx="12"/>
          </p:nvPr>
        </p:nvSpPr>
        <p:spPr>
          <a:xfrm>
            <a:off x="6278033" y="1944688"/>
            <a:ext cx="5283200" cy="419100"/>
          </a:xfrm>
          <a:prstGeom prst="rect">
            <a:avLst/>
          </a:prstGeom>
        </p:spPr>
        <p:txBody>
          <a:bodyPr/>
          <a:lstStyle>
            <a:lvl1pPr>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endParaRPr lang="en-US"/>
          </a:p>
        </p:txBody>
      </p:sp>
      <p:sp>
        <p:nvSpPr>
          <p:cNvPr id="9"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1" name="Text Placeholder 11"/>
          <p:cNvSpPr>
            <a:spLocks noGrp="1"/>
          </p:cNvSpPr>
          <p:nvPr>
            <p:ph type="body" sz="quarter" idx="13"/>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19058424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 Infographic layout">
    <p:spTree>
      <p:nvGrpSpPr>
        <p:cNvPr id="1" name=""/>
        <p:cNvGrpSpPr/>
        <p:nvPr/>
      </p:nvGrpSpPr>
      <p:grpSpPr>
        <a:xfrm>
          <a:off x="0" y="0"/>
          <a:ext cx="0" cy="0"/>
          <a:chOff x="0" y="0"/>
          <a:chExt cx="0" cy="0"/>
        </a:xfrm>
      </p:grpSpPr>
      <p:sp>
        <p:nvSpPr>
          <p:cNvPr id="5" name="Chart Placeholder 4"/>
          <p:cNvSpPr>
            <a:spLocks noGrp="1"/>
          </p:cNvSpPr>
          <p:nvPr>
            <p:ph type="chart" sz="quarter" idx="10"/>
          </p:nvPr>
        </p:nvSpPr>
        <p:spPr>
          <a:xfrm>
            <a:off x="6256865" y="3954463"/>
            <a:ext cx="5329768" cy="2438400"/>
          </a:xfrm>
          <a:prstGeom prst="rect">
            <a:avLst/>
          </a:prstGeom>
        </p:spPr>
        <p:txBody>
          <a:bodyPr anchor="ctr"/>
          <a:lstStyle>
            <a:lvl1pPr algn="ctr">
              <a:buNone/>
              <a:defRPr sz="1800">
                <a:solidFill>
                  <a:schemeClr val="bg2"/>
                </a:solidFill>
              </a:defRPr>
            </a:lvl1pPr>
          </a:lstStyle>
          <a:p>
            <a:endParaRPr lang="en-US" dirty="0"/>
          </a:p>
        </p:txBody>
      </p:sp>
      <p:sp>
        <p:nvSpPr>
          <p:cNvPr id="6" name="Text Placeholder 9"/>
          <p:cNvSpPr>
            <a:spLocks noGrp="1"/>
          </p:cNvSpPr>
          <p:nvPr>
            <p:ph type="body" sz="quarter" idx="11"/>
          </p:nvPr>
        </p:nvSpPr>
        <p:spPr>
          <a:xfrm>
            <a:off x="601133" y="1944688"/>
            <a:ext cx="5308600" cy="1482726"/>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8" name="Text Placeholder 7"/>
          <p:cNvSpPr>
            <a:spLocks noGrp="1"/>
          </p:cNvSpPr>
          <p:nvPr>
            <p:ph type="body" sz="quarter" idx="12"/>
          </p:nvPr>
        </p:nvSpPr>
        <p:spPr>
          <a:xfrm>
            <a:off x="6256867" y="3570288"/>
            <a:ext cx="5329767" cy="384175"/>
          </a:xfrm>
          <a:prstGeom prst="rect">
            <a:avLst/>
          </a:prstGeom>
        </p:spPr>
        <p:txBody>
          <a:bodyPr/>
          <a:lstStyle>
            <a:lvl1pPr>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endParaRPr lang="en-US"/>
          </a:p>
        </p:txBody>
      </p:sp>
      <p:sp>
        <p:nvSpPr>
          <p:cNvPr id="9" name="Chart Placeholder 4"/>
          <p:cNvSpPr>
            <a:spLocks noGrp="1"/>
          </p:cNvSpPr>
          <p:nvPr>
            <p:ph type="chart" sz="quarter" idx="14"/>
          </p:nvPr>
        </p:nvSpPr>
        <p:spPr>
          <a:xfrm>
            <a:off x="601133" y="3954463"/>
            <a:ext cx="5308601" cy="2438400"/>
          </a:xfrm>
          <a:prstGeom prst="rect">
            <a:avLst/>
          </a:prstGeom>
        </p:spPr>
        <p:txBody>
          <a:bodyPr anchor="ctr"/>
          <a:lstStyle>
            <a:lvl1pPr algn="ctr">
              <a:buNone/>
              <a:defRPr sz="1800">
                <a:solidFill>
                  <a:schemeClr val="bg2"/>
                </a:solidFill>
              </a:defRPr>
            </a:lvl1pPr>
          </a:lstStyle>
          <a:p>
            <a:endParaRPr lang="en-US" dirty="0"/>
          </a:p>
        </p:txBody>
      </p:sp>
      <p:sp>
        <p:nvSpPr>
          <p:cNvPr id="11" name="Text Placeholder 7"/>
          <p:cNvSpPr>
            <a:spLocks noGrp="1"/>
          </p:cNvSpPr>
          <p:nvPr>
            <p:ph type="body" sz="quarter" idx="15"/>
          </p:nvPr>
        </p:nvSpPr>
        <p:spPr>
          <a:xfrm>
            <a:off x="601132" y="3570288"/>
            <a:ext cx="5308603" cy="384175"/>
          </a:xfrm>
          <a:prstGeom prst="rect">
            <a:avLst/>
          </a:prstGeom>
        </p:spPr>
        <p:txBody>
          <a:bodyPr/>
          <a:lstStyle>
            <a:lvl1pPr>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endParaRPr lang="en-US"/>
          </a:p>
        </p:txBody>
      </p:sp>
      <p:sp>
        <p:nvSpPr>
          <p:cNvPr id="12" name="Text Placeholder 9"/>
          <p:cNvSpPr>
            <a:spLocks noGrp="1"/>
          </p:cNvSpPr>
          <p:nvPr>
            <p:ph type="body" sz="quarter" idx="16"/>
          </p:nvPr>
        </p:nvSpPr>
        <p:spPr>
          <a:xfrm>
            <a:off x="6256867" y="1944688"/>
            <a:ext cx="5329767" cy="1482726"/>
          </a:xfrm>
          <a:prstGeom prst="rect">
            <a:avLst/>
          </a:prstGeom>
        </p:spPr>
        <p:txBody>
          <a:bodyPr lIns="0" tIns="0" rIns="0" bIns="0"/>
          <a:lstStyle>
            <a:lvl1pPr marL="228600" indent="-228600">
              <a:buNone/>
              <a:defRPr sz="1600">
                <a:solidFill>
                  <a:schemeClr val="tx2"/>
                </a:solidFill>
              </a:defRPr>
            </a:lvl1pPr>
            <a:lvl2pPr marL="457200" indent="-228600">
              <a:defRPr sz="1600">
                <a:solidFill>
                  <a:schemeClr val="tx2"/>
                </a:solidFill>
              </a:defRPr>
            </a:lvl2pPr>
            <a:lvl3pPr marL="685800" indent="-228600">
              <a:defRPr sz="1600">
                <a:solidFill>
                  <a:schemeClr val="tx2"/>
                </a:solidFill>
              </a:defRPr>
            </a:lvl3pPr>
            <a:lvl4pPr marL="914400" indent="-228600">
              <a:defRPr sz="1600">
                <a:solidFill>
                  <a:schemeClr val="tx2"/>
                </a:solidFill>
              </a:defRPr>
            </a:lvl4pPr>
            <a:lvl5pPr marL="1143000" indent="-228600">
              <a:defRPr sz="1600">
                <a:solidFill>
                  <a:schemeClr val="tx2"/>
                </a:solidFill>
              </a:defRPr>
            </a:lvl5pPr>
          </a:lstStyle>
          <a:p>
            <a:pPr lvl="0"/>
            <a:endParaRPr lang="en-US"/>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7"/>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19542894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4 Column icon layout">
    <p:spTree>
      <p:nvGrpSpPr>
        <p:cNvPr id="1" name=""/>
        <p:cNvGrpSpPr/>
        <p:nvPr/>
      </p:nvGrpSpPr>
      <p:grpSpPr>
        <a:xfrm>
          <a:off x="0" y="0"/>
          <a:ext cx="0" cy="0"/>
          <a:chOff x="0" y="0"/>
          <a:chExt cx="0" cy="0"/>
        </a:xfrm>
      </p:grpSpPr>
      <p:sp>
        <p:nvSpPr>
          <p:cNvPr id="15" name="Picture Placeholder 16"/>
          <p:cNvSpPr>
            <a:spLocks noGrp="1"/>
          </p:cNvSpPr>
          <p:nvPr>
            <p:ph type="pic" sz="quarter" idx="18" hasCustomPrompt="1"/>
          </p:nvPr>
        </p:nvSpPr>
        <p:spPr>
          <a:xfrm>
            <a:off x="774700" y="1495426"/>
            <a:ext cx="1168400" cy="1069977"/>
          </a:xfrm>
          <a:prstGeom prst="rect">
            <a:avLst/>
          </a:prstGeom>
        </p:spPr>
        <p:txBody>
          <a:bodyPr anchor="ctr"/>
          <a:lstStyle>
            <a:lvl1pPr algn="ctr">
              <a:defRPr>
                <a:solidFill>
                  <a:schemeClr val="accent6"/>
                </a:solidFill>
              </a:defRPr>
            </a:lvl1pPr>
          </a:lstStyle>
          <a:p>
            <a:r>
              <a:rPr lang="en-US" dirty="0"/>
              <a:t>icon</a:t>
            </a:r>
          </a:p>
        </p:txBody>
      </p:sp>
      <p:sp>
        <p:nvSpPr>
          <p:cNvPr id="16" name="Picture Placeholder 16"/>
          <p:cNvSpPr>
            <a:spLocks noGrp="1"/>
          </p:cNvSpPr>
          <p:nvPr>
            <p:ph type="pic" sz="quarter" idx="19" hasCustomPrompt="1"/>
          </p:nvPr>
        </p:nvSpPr>
        <p:spPr>
          <a:xfrm>
            <a:off x="9024761" y="1495426"/>
            <a:ext cx="1168400" cy="1069977"/>
          </a:xfrm>
          <a:prstGeom prst="rect">
            <a:avLst/>
          </a:prstGeom>
        </p:spPr>
        <p:txBody>
          <a:bodyPr anchor="ctr"/>
          <a:lstStyle>
            <a:lvl1pPr algn="ctr">
              <a:defRPr>
                <a:solidFill>
                  <a:schemeClr val="accent6"/>
                </a:solidFill>
              </a:defRPr>
            </a:lvl1pPr>
          </a:lstStyle>
          <a:p>
            <a:r>
              <a:rPr lang="en-US" dirty="0"/>
              <a:t>icon</a:t>
            </a:r>
          </a:p>
        </p:txBody>
      </p:sp>
      <p:sp>
        <p:nvSpPr>
          <p:cNvPr id="17" name="Picture Placeholder 16"/>
          <p:cNvSpPr>
            <a:spLocks noGrp="1"/>
          </p:cNvSpPr>
          <p:nvPr>
            <p:ph type="pic" sz="quarter" idx="20" hasCustomPrompt="1"/>
          </p:nvPr>
        </p:nvSpPr>
        <p:spPr>
          <a:xfrm>
            <a:off x="6261101" y="1495426"/>
            <a:ext cx="1168400" cy="1069977"/>
          </a:xfrm>
          <a:prstGeom prst="rect">
            <a:avLst/>
          </a:prstGeom>
        </p:spPr>
        <p:txBody>
          <a:bodyPr anchor="ctr"/>
          <a:lstStyle>
            <a:lvl1pPr algn="ctr">
              <a:defRPr>
                <a:solidFill>
                  <a:schemeClr val="accent6"/>
                </a:solidFill>
              </a:defRPr>
            </a:lvl1pPr>
          </a:lstStyle>
          <a:p>
            <a:r>
              <a:rPr lang="en-US" dirty="0"/>
              <a:t>icon</a:t>
            </a:r>
          </a:p>
        </p:txBody>
      </p:sp>
      <p:sp>
        <p:nvSpPr>
          <p:cNvPr id="18" name="Picture Placeholder 16"/>
          <p:cNvSpPr>
            <a:spLocks noGrp="1"/>
          </p:cNvSpPr>
          <p:nvPr>
            <p:ph type="pic" sz="quarter" idx="21" hasCustomPrompt="1"/>
          </p:nvPr>
        </p:nvSpPr>
        <p:spPr>
          <a:xfrm>
            <a:off x="3497440" y="1495426"/>
            <a:ext cx="1168400" cy="1069977"/>
          </a:xfrm>
          <a:prstGeom prst="rect">
            <a:avLst/>
          </a:prstGeom>
        </p:spPr>
        <p:txBody>
          <a:bodyPr anchor="ctr"/>
          <a:lstStyle>
            <a:lvl1pPr algn="ctr">
              <a:defRPr>
                <a:solidFill>
                  <a:schemeClr val="accent6"/>
                </a:solidFill>
              </a:defRPr>
            </a:lvl1pPr>
          </a:lstStyle>
          <a:p>
            <a:r>
              <a:rPr lang="en-US" dirty="0"/>
              <a:t>icon</a:t>
            </a:r>
          </a:p>
        </p:txBody>
      </p:sp>
      <p:sp>
        <p:nvSpPr>
          <p:cNvPr id="19" name="Text Placeholder 6"/>
          <p:cNvSpPr>
            <a:spLocks noGrp="1"/>
          </p:cNvSpPr>
          <p:nvPr>
            <p:ph type="body" sz="quarter" idx="14"/>
          </p:nvPr>
        </p:nvSpPr>
        <p:spPr>
          <a:xfrm>
            <a:off x="774701" y="2679703"/>
            <a:ext cx="2412999" cy="3713161"/>
          </a:xfrm>
          <a:prstGeom prst="rect">
            <a:avLst/>
          </a:prstGeom>
        </p:spPr>
        <p:txBody>
          <a:bodyPr lIns="0" tIns="0" rIns="0" b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1" name="Text Placeholder 6"/>
          <p:cNvSpPr>
            <a:spLocks noGrp="1"/>
          </p:cNvSpPr>
          <p:nvPr>
            <p:ph type="body" sz="quarter" idx="22"/>
          </p:nvPr>
        </p:nvSpPr>
        <p:spPr>
          <a:xfrm>
            <a:off x="3505202" y="2679703"/>
            <a:ext cx="2404532" cy="3713161"/>
          </a:xfrm>
          <a:prstGeom prst="rect">
            <a:avLst/>
          </a:prstGeom>
        </p:spPr>
        <p:txBody>
          <a:bodyPr lIns="0" tIns="0" rIns="0" b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2" name="Text Placeholder 6"/>
          <p:cNvSpPr>
            <a:spLocks noGrp="1"/>
          </p:cNvSpPr>
          <p:nvPr>
            <p:ph type="body" sz="quarter" idx="23"/>
          </p:nvPr>
        </p:nvSpPr>
        <p:spPr>
          <a:xfrm>
            <a:off x="6261102" y="2679703"/>
            <a:ext cx="2412999" cy="3713161"/>
          </a:xfrm>
          <a:prstGeom prst="rect">
            <a:avLst/>
          </a:prstGeom>
        </p:spPr>
        <p:txBody>
          <a:bodyPr lIns="0" tIns="0" rIns="0" b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23" name="Text Placeholder 6"/>
          <p:cNvSpPr>
            <a:spLocks noGrp="1"/>
          </p:cNvSpPr>
          <p:nvPr>
            <p:ph type="body" sz="quarter" idx="24"/>
          </p:nvPr>
        </p:nvSpPr>
        <p:spPr>
          <a:xfrm>
            <a:off x="8991602" y="2679703"/>
            <a:ext cx="2412999" cy="3713161"/>
          </a:xfrm>
          <a:prstGeom prst="rect">
            <a:avLst/>
          </a:prstGeom>
        </p:spPr>
        <p:txBody>
          <a:bodyPr lIns="0" tIns="0" rIns="0" bIns="0" anchor="t"/>
          <a:lstStyle>
            <a:lvl1pPr algn="l">
              <a:buNone/>
              <a:defRPr sz="1200" b="0">
                <a:solidFill>
                  <a:schemeClr val="tx2"/>
                </a:solidFill>
              </a:defRPr>
            </a:lvl1pPr>
            <a:lvl2pPr algn="l">
              <a:buNone/>
              <a:defRPr sz="1200" b="0">
                <a:solidFill>
                  <a:schemeClr val="tx2"/>
                </a:solidFill>
              </a:defRPr>
            </a:lvl2pPr>
            <a:lvl3pPr algn="l">
              <a:buNone/>
              <a:defRPr sz="1200" b="0">
                <a:solidFill>
                  <a:schemeClr val="tx2"/>
                </a:solidFill>
              </a:defRPr>
            </a:lvl3pPr>
            <a:lvl4pPr algn="l">
              <a:buNone/>
              <a:defRPr sz="1200" b="0">
                <a:solidFill>
                  <a:schemeClr val="tx2"/>
                </a:solidFill>
              </a:defRPr>
            </a:lvl4pPr>
            <a:lvl5pPr algn="l">
              <a:buNone/>
              <a:defRPr sz="1200" b="0">
                <a:solidFill>
                  <a:schemeClr val="tx2"/>
                </a:solidFill>
              </a:defRPr>
            </a:lvl5pPr>
          </a:lstStyle>
          <a:p>
            <a:pPr lvl="0"/>
            <a:endParaRPr lang="en-US"/>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2"/>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240228110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Start ">
    <p:spTree>
      <p:nvGrpSpPr>
        <p:cNvPr id="1" name=""/>
        <p:cNvGrpSpPr/>
        <p:nvPr/>
      </p:nvGrpSpPr>
      <p:grpSpPr>
        <a:xfrm>
          <a:off x="0" y="0"/>
          <a:ext cx="0" cy="0"/>
          <a:chOff x="0" y="0"/>
          <a:chExt cx="0" cy="0"/>
        </a:xfrm>
      </p:grpSpPr>
      <p:sp>
        <p:nvSpPr>
          <p:cNvPr id="9" name="Freeform 8"/>
          <p:cNvSpPr/>
          <p:nvPr userDrawn="1"/>
        </p:nvSpPr>
        <p:spPr>
          <a:xfrm rot="1680000" flipH="1" flipV="1">
            <a:off x="8406162" y="1465127"/>
            <a:ext cx="4087743" cy="3486406"/>
          </a:xfrm>
          <a:custGeom>
            <a:avLst/>
            <a:gdLst>
              <a:gd name="connsiteX0" fmla="*/ 0 w 431321"/>
              <a:gd name="connsiteY0" fmla="*/ 0 h 3278038"/>
              <a:gd name="connsiteX1" fmla="*/ 431321 w 431321"/>
              <a:gd name="connsiteY1" fmla="*/ 0 h 3278038"/>
              <a:gd name="connsiteX2" fmla="*/ 431321 w 431321"/>
              <a:gd name="connsiteY2" fmla="*/ 3278038 h 3278038"/>
              <a:gd name="connsiteX3" fmla="*/ 0 w 431321"/>
              <a:gd name="connsiteY3" fmla="*/ 3278038 h 3278038"/>
              <a:gd name="connsiteX4" fmla="*/ 0 w 431321"/>
              <a:gd name="connsiteY4" fmla="*/ 0 h 3278038"/>
              <a:gd name="connsiteX0" fmla="*/ 0 w 1952909"/>
              <a:gd name="connsiteY0" fmla="*/ 1033753 h 3278038"/>
              <a:gd name="connsiteX1" fmla="*/ 1952909 w 1952909"/>
              <a:gd name="connsiteY1" fmla="*/ 0 h 3278038"/>
              <a:gd name="connsiteX2" fmla="*/ 1952909 w 1952909"/>
              <a:gd name="connsiteY2" fmla="*/ 3278038 h 3278038"/>
              <a:gd name="connsiteX3" fmla="*/ 1521588 w 1952909"/>
              <a:gd name="connsiteY3" fmla="*/ 3278038 h 3278038"/>
              <a:gd name="connsiteX4" fmla="*/ 0 w 1952909"/>
              <a:gd name="connsiteY4" fmla="*/ 1033753 h 3278038"/>
              <a:gd name="connsiteX0" fmla="*/ 0 w 3541702"/>
              <a:gd name="connsiteY0" fmla="*/ 1888300 h 3278038"/>
              <a:gd name="connsiteX1" fmla="*/ 3541702 w 3541702"/>
              <a:gd name="connsiteY1" fmla="*/ 0 h 3278038"/>
              <a:gd name="connsiteX2" fmla="*/ 3541702 w 3541702"/>
              <a:gd name="connsiteY2" fmla="*/ 3278038 h 3278038"/>
              <a:gd name="connsiteX3" fmla="*/ 3110381 w 3541702"/>
              <a:gd name="connsiteY3" fmla="*/ 3278038 h 3278038"/>
              <a:gd name="connsiteX4" fmla="*/ 0 w 3541702"/>
              <a:gd name="connsiteY4" fmla="*/ 1888300 h 3278038"/>
              <a:gd name="connsiteX0" fmla="*/ 0 w 3541702"/>
              <a:gd name="connsiteY0" fmla="*/ 1888300 h 5723271"/>
              <a:gd name="connsiteX1" fmla="*/ 3541702 w 3541702"/>
              <a:gd name="connsiteY1" fmla="*/ 0 h 5723271"/>
              <a:gd name="connsiteX2" fmla="*/ 3541702 w 3541702"/>
              <a:gd name="connsiteY2" fmla="*/ 3278038 h 5723271"/>
              <a:gd name="connsiteX3" fmla="*/ 2039089 w 3541702"/>
              <a:gd name="connsiteY3" fmla="*/ 5723271 h 5723271"/>
              <a:gd name="connsiteX4" fmla="*/ 0 w 3541702"/>
              <a:gd name="connsiteY4" fmla="*/ 1888300 h 5723271"/>
              <a:gd name="connsiteX0" fmla="*/ 0 w 3541702"/>
              <a:gd name="connsiteY0" fmla="*/ 1888300 h 5723271"/>
              <a:gd name="connsiteX1" fmla="*/ 3541702 w 3541702"/>
              <a:gd name="connsiteY1" fmla="*/ 0 h 5723271"/>
              <a:gd name="connsiteX2" fmla="*/ 3530999 w 3541702"/>
              <a:gd name="connsiteY2" fmla="*/ 4930010 h 5723271"/>
              <a:gd name="connsiteX3" fmla="*/ 2039089 w 3541702"/>
              <a:gd name="connsiteY3" fmla="*/ 5723271 h 5723271"/>
              <a:gd name="connsiteX4" fmla="*/ 0 w 3541702"/>
              <a:gd name="connsiteY4" fmla="*/ 1888300 h 5723271"/>
              <a:gd name="connsiteX0" fmla="*/ 0 w 5020365"/>
              <a:gd name="connsiteY0" fmla="*/ 2673844 h 5723271"/>
              <a:gd name="connsiteX1" fmla="*/ 5020365 w 5020365"/>
              <a:gd name="connsiteY1" fmla="*/ 0 h 5723271"/>
              <a:gd name="connsiteX2" fmla="*/ 5009662 w 5020365"/>
              <a:gd name="connsiteY2" fmla="*/ 4930010 h 5723271"/>
              <a:gd name="connsiteX3" fmla="*/ 3517752 w 5020365"/>
              <a:gd name="connsiteY3" fmla="*/ 5723271 h 5723271"/>
              <a:gd name="connsiteX4" fmla="*/ 0 w 5020365"/>
              <a:gd name="connsiteY4" fmla="*/ 2673844 h 5723271"/>
              <a:gd name="connsiteX0" fmla="*/ 0 w 5020365"/>
              <a:gd name="connsiteY0" fmla="*/ 2673844 h 7012041"/>
              <a:gd name="connsiteX1" fmla="*/ 5020365 w 5020365"/>
              <a:gd name="connsiteY1" fmla="*/ 0 h 7012041"/>
              <a:gd name="connsiteX2" fmla="*/ 5009662 w 5020365"/>
              <a:gd name="connsiteY2" fmla="*/ 4930010 h 7012041"/>
              <a:gd name="connsiteX3" fmla="*/ 2306660 w 5020365"/>
              <a:gd name="connsiteY3" fmla="*/ 7012041 h 7012041"/>
              <a:gd name="connsiteX4" fmla="*/ 0 w 5020365"/>
              <a:gd name="connsiteY4" fmla="*/ 2673844 h 7012041"/>
              <a:gd name="connsiteX0" fmla="*/ 0 w 5021554"/>
              <a:gd name="connsiteY0" fmla="*/ 2673844 h 7012041"/>
              <a:gd name="connsiteX1" fmla="*/ 5020365 w 5021554"/>
              <a:gd name="connsiteY1" fmla="*/ 0 h 7012041"/>
              <a:gd name="connsiteX2" fmla="*/ 5017986 w 5021554"/>
              <a:gd name="connsiteY2" fmla="*/ 5570404 h 7012041"/>
              <a:gd name="connsiteX3" fmla="*/ 2306660 w 5021554"/>
              <a:gd name="connsiteY3" fmla="*/ 7012041 h 7012041"/>
              <a:gd name="connsiteX4" fmla="*/ 0 w 5021554"/>
              <a:gd name="connsiteY4" fmla="*/ 2673844 h 7012041"/>
              <a:gd name="connsiteX0" fmla="*/ 0 w 5850422"/>
              <a:gd name="connsiteY0" fmla="*/ 3114561 h 7012041"/>
              <a:gd name="connsiteX1" fmla="*/ 5849233 w 5850422"/>
              <a:gd name="connsiteY1" fmla="*/ 0 h 7012041"/>
              <a:gd name="connsiteX2" fmla="*/ 5846854 w 5850422"/>
              <a:gd name="connsiteY2" fmla="*/ 5570404 h 7012041"/>
              <a:gd name="connsiteX3" fmla="*/ 3135528 w 5850422"/>
              <a:gd name="connsiteY3" fmla="*/ 7012041 h 7012041"/>
              <a:gd name="connsiteX4" fmla="*/ 0 w 5850422"/>
              <a:gd name="connsiteY4" fmla="*/ 3114561 h 7012041"/>
              <a:gd name="connsiteX0" fmla="*/ 0 w 5850422"/>
              <a:gd name="connsiteY0" fmla="*/ 3114561 h 7452758"/>
              <a:gd name="connsiteX1" fmla="*/ 5849233 w 5850422"/>
              <a:gd name="connsiteY1" fmla="*/ 0 h 7452758"/>
              <a:gd name="connsiteX2" fmla="*/ 5846854 w 5850422"/>
              <a:gd name="connsiteY2" fmla="*/ 5570404 h 7452758"/>
              <a:gd name="connsiteX3" fmla="*/ 2306661 w 5850422"/>
              <a:gd name="connsiteY3" fmla="*/ 7452758 h 7452758"/>
              <a:gd name="connsiteX4" fmla="*/ 0 w 5850422"/>
              <a:gd name="connsiteY4" fmla="*/ 3114561 h 7452758"/>
              <a:gd name="connsiteX0" fmla="*/ 0 w 5850422"/>
              <a:gd name="connsiteY0" fmla="*/ 3114561 h 5570404"/>
              <a:gd name="connsiteX1" fmla="*/ 5849233 w 5850422"/>
              <a:gd name="connsiteY1" fmla="*/ 0 h 5570404"/>
              <a:gd name="connsiteX2" fmla="*/ 5846854 w 5850422"/>
              <a:gd name="connsiteY2" fmla="*/ 5570404 h 5570404"/>
              <a:gd name="connsiteX3" fmla="*/ 3474463 w 5850422"/>
              <a:gd name="connsiteY3" fmla="*/ 4759371 h 5570404"/>
              <a:gd name="connsiteX4" fmla="*/ 0 w 5850422"/>
              <a:gd name="connsiteY4" fmla="*/ 3114561 h 5570404"/>
              <a:gd name="connsiteX0" fmla="*/ 0 w 5856216"/>
              <a:gd name="connsiteY0" fmla="*/ 3114561 h 4759371"/>
              <a:gd name="connsiteX1" fmla="*/ 5849233 w 5856216"/>
              <a:gd name="connsiteY1" fmla="*/ 0 h 4759371"/>
              <a:gd name="connsiteX2" fmla="*/ 5852648 w 5856216"/>
              <a:gd name="connsiteY2" fmla="*/ 4566615 h 4759371"/>
              <a:gd name="connsiteX3" fmla="*/ 3474463 w 5856216"/>
              <a:gd name="connsiteY3" fmla="*/ 4759371 h 4759371"/>
              <a:gd name="connsiteX4" fmla="*/ 0 w 5856216"/>
              <a:gd name="connsiteY4" fmla="*/ 3114561 h 4759371"/>
              <a:gd name="connsiteX0" fmla="*/ 487124 w 2381753"/>
              <a:gd name="connsiteY0" fmla="*/ 1010044 h 4759371"/>
              <a:gd name="connsiteX1" fmla="*/ 2374770 w 2381753"/>
              <a:gd name="connsiteY1" fmla="*/ 0 h 4759371"/>
              <a:gd name="connsiteX2" fmla="*/ 2378185 w 2381753"/>
              <a:gd name="connsiteY2" fmla="*/ 4566615 h 4759371"/>
              <a:gd name="connsiteX3" fmla="*/ 0 w 2381753"/>
              <a:gd name="connsiteY3" fmla="*/ 4759371 h 4759371"/>
              <a:gd name="connsiteX4" fmla="*/ 487124 w 2381753"/>
              <a:gd name="connsiteY4" fmla="*/ 1010044 h 4759371"/>
              <a:gd name="connsiteX0" fmla="*/ 0 w 1894629"/>
              <a:gd name="connsiteY0" fmla="*/ 1010044 h 4566615"/>
              <a:gd name="connsiteX1" fmla="*/ 1887646 w 1894629"/>
              <a:gd name="connsiteY1" fmla="*/ 0 h 4566615"/>
              <a:gd name="connsiteX2" fmla="*/ 1891061 w 1894629"/>
              <a:gd name="connsiteY2" fmla="*/ 4566615 h 4566615"/>
              <a:gd name="connsiteX3" fmla="*/ 913720 w 1894629"/>
              <a:gd name="connsiteY3" fmla="*/ 2728503 h 4566615"/>
              <a:gd name="connsiteX4" fmla="*/ 0 w 1894629"/>
              <a:gd name="connsiteY4" fmla="*/ 1010044 h 4566615"/>
              <a:gd name="connsiteX0" fmla="*/ 0 w 1894351"/>
              <a:gd name="connsiteY0" fmla="*/ 1010044 h 3876274"/>
              <a:gd name="connsiteX1" fmla="*/ 1887646 w 1894351"/>
              <a:gd name="connsiteY1" fmla="*/ 0 h 3876274"/>
              <a:gd name="connsiteX2" fmla="*/ 1890783 w 1894351"/>
              <a:gd name="connsiteY2" fmla="*/ 3876274 h 3876274"/>
              <a:gd name="connsiteX3" fmla="*/ 913720 w 1894351"/>
              <a:gd name="connsiteY3" fmla="*/ 2728503 h 3876274"/>
              <a:gd name="connsiteX4" fmla="*/ 0 w 1894351"/>
              <a:gd name="connsiteY4" fmla="*/ 1010044 h 3876274"/>
              <a:gd name="connsiteX0" fmla="*/ 0 w 1894351"/>
              <a:gd name="connsiteY0" fmla="*/ 1010044 h 4390522"/>
              <a:gd name="connsiteX1" fmla="*/ 1887646 w 1894351"/>
              <a:gd name="connsiteY1" fmla="*/ 0 h 4390522"/>
              <a:gd name="connsiteX2" fmla="*/ 1890783 w 1894351"/>
              <a:gd name="connsiteY2" fmla="*/ 3876274 h 4390522"/>
              <a:gd name="connsiteX3" fmla="*/ 923625 w 1894351"/>
              <a:gd name="connsiteY3" fmla="*/ 4390522 h 4390522"/>
              <a:gd name="connsiteX4" fmla="*/ 0 w 1894351"/>
              <a:gd name="connsiteY4" fmla="*/ 1010044 h 4390522"/>
              <a:gd name="connsiteX0" fmla="*/ 0 w 2579799"/>
              <a:gd name="connsiteY0" fmla="*/ 1364296 h 4390522"/>
              <a:gd name="connsiteX1" fmla="*/ 2573094 w 2579799"/>
              <a:gd name="connsiteY1" fmla="*/ 0 h 4390522"/>
              <a:gd name="connsiteX2" fmla="*/ 2576231 w 2579799"/>
              <a:gd name="connsiteY2" fmla="*/ 3876274 h 4390522"/>
              <a:gd name="connsiteX3" fmla="*/ 1609073 w 2579799"/>
              <a:gd name="connsiteY3" fmla="*/ 4390522 h 4390522"/>
              <a:gd name="connsiteX4" fmla="*/ 0 w 2579799"/>
              <a:gd name="connsiteY4" fmla="*/ 1364296 h 4390522"/>
              <a:gd name="connsiteX0" fmla="*/ 0 w 2579799"/>
              <a:gd name="connsiteY0" fmla="*/ 1364296 h 4502315"/>
              <a:gd name="connsiteX1" fmla="*/ 2573094 w 2579799"/>
              <a:gd name="connsiteY1" fmla="*/ 0 h 4502315"/>
              <a:gd name="connsiteX2" fmla="*/ 2576231 w 2579799"/>
              <a:gd name="connsiteY2" fmla="*/ 3876274 h 4502315"/>
              <a:gd name="connsiteX3" fmla="*/ 1398821 w 2579799"/>
              <a:gd name="connsiteY3" fmla="*/ 4502315 h 4502315"/>
              <a:gd name="connsiteX4" fmla="*/ 0 w 2579799"/>
              <a:gd name="connsiteY4" fmla="*/ 1364296 h 4502315"/>
              <a:gd name="connsiteX0" fmla="*/ 0 w 2790052"/>
              <a:gd name="connsiteY0" fmla="*/ 1476088 h 4502315"/>
              <a:gd name="connsiteX1" fmla="*/ 2783347 w 2790052"/>
              <a:gd name="connsiteY1" fmla="*/ 0 h 4502315"/>
              <a:gd name="connsiteX2" fmla="*/ 2786484 w 2790052"/>
              <a:gd name="connsiteY2" fmla="*/ 3876274 h 4502315"/>
              <a:gd name="connsiteX3" fmla="*/ 1609074 w 2790052"/>
              <a:gd name="connsiteY3" fmla="*/ 4502315 h 4502315"/>
              <a:gd name="connsiteX4" fmla="*/ 0 w 2790052"/>
              <a:gd name="connsiteY4" fmla="*/ 1476088 h 4502315"/>
              <a:gd name="connsiteX0" fmla="*/ 0 w 2786484"/>
              <a:gd name="connsiteY0" fmla="*/ 1476088 h 4502315"/>
              <a:gd name="connsiteX1" fmla="*/ 2783347 w 2786484"/>
              <a:gd name="connsiteY1" fmla="*/ 0 h 4502315"/>
              <a:gd name="connsiteX2" fmla="*/ 2786484 w 2786484"/>
              <a:gd name="connsiteY2" fmla="*/ 3876274 h 4502315"/>
              <a:gd name="connsiteX3" fmla="*/ 1609074 w 2786484"/>
              <a:gd name="connsiteY3" fmla="*/ 4502315 h 4502315"/>
              <a:gd name="connsiteX4" fmla="*/ 0 w 2786484"/>
              <a:gd name="connsiteY4" fmla="*/ 1476088 h 4502315"/>
              <a:gd name="connsiteX0" fmla="*/ 0 w 2783347"/>
              <a:gd name="connsiteY0" fmla="*/ 1476088 h 4502315"/>
              <a:gd name="connsiteX1" fmla="*/ 2783347 w 2783347"/>
              <a:gd name="connsiteY1" fmla="*/ 0 h 4502315"/>
              <a:gd name="connsiteX2" fmla="*/ 2781797 w 2783347"/>
              <a:gd name="connsiteY2" fmla="*/ 1676271 h 4502315"/>
              <a:gd name="connsiteX3" fmla="*/ 1609074 w 2783347"/>
              <a:gd name="connsiteY3" fmla="*/ 4502315 h 4502315"/>
              <a:gd name="connsiteX4" fmla="*/ 0 w 2783347"/>
              <a:gd name="connsiteY4" fmla="*/ 1476088 h 4502315"/>
              <a:gd name="connsiteX0" fmla="*/ 0 w 2783347"/>
              <a:gd name="connsiteY0" fmla="*/ 1476088 h 2785258"/>
              <a:gd name="connsiteX1" fmla="*/ 2783347 w 2783347"/>
              <a:gd name="connsiteY1" fmla="*/ 0 h 2785258"/>
              <a:gd name="connsiteX2" fmla="*/ 2781797 w 2783347"/>
              <a:gd name="connsiteY2" fmla="*/ 1676271 h 2785258"/>
              <a:gd name="connsiteX3" fmla="*/ 696098 w 2783347"/>
              <a:gd name="connsiteY3" fmla="*/ 2785258 h 2785258"/>
              <a:gd name="connsiteX4" fmla="*/ 0 w 2783347"/>
              <a:gd name="connsiteY4" fmla="*/ 1476088 h 2785258"/>
              <a:gd name="connsiteX0" fmla="*/ 0 w 2781797"/>
              <a:gd name="connsiteY0" fmla="*/ 2177236 h 3486406"/>
              <a:gd name="connsiteX1" fmla="*/ 2779865 w 2781797"/>
              <a:gd name="connsiteY1" fmla="*/ 0 h 3486406"/>
              <a:gd name="connsiteX2" fmla="*/ 2781797 w 2781797"/>
              <a:gd name="connsiteY2" fmla="*/ 2377419 h 3486406"/>
              <a:gd name="connsiteX3" fmla="*/ 696098 w 2781797"/>
              <a:gd name="connsiteY3" fmla="*/ 3486406 h 3486406"/>
              <a:gd name="connsiteX4" fmla="*/ 0 w 2781797"/>
              <a:gd name="connsiteY4" fmla="*/ 2177236 h 3486406"/>
              <a:gd name="connsiteX0" fmla="*/ 0 w 3065807"/>
              <a:gd name="connsiteY0" fmla="*/ 1643095 h 3486406"/>
              <a:gd name="connsiteX1" fmla="*/ 3063875 w 3065807"/>
              <a:gd name="connsiteY1" fmla="*/ 0 h 3486406"/>
              <a:gd name="connsiteX2" fmla="*/ 3065807 w 3065807"/>
              <a:gd name="connsiteY2" fmla="*/ 2377419 h 3486406"/>
              <a:gd name="connsiteX3" fmla="*/ 980108 w 3065807"/>
              <a:gd name="connsiteY3" fmla="*/ 3486406 h 3486406"/>
              <a:gd name="connsiteX4" fmla="*/ 0 w 3065807"/>
              <a:gd name="connsiteY4" fmla="*/ 1643095 h 3486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5807" h="3486406">
                <a:moveTo>
                  <a:pt x="0" y="1643095"/>
                </a:moveTo>
                <a:lnTo>
                  <a:pt x="3063875" y="0"/>
                </a:lnTo>
                <a:cubicBezTo>
                  <a:pt x="3060307" y="1643337"/>
                  <a:pt x="3065603" y="1944314"/>
                  <a:pt x="3065807" y="2377419"/>
                </a:cubicBezTo>
                <a:lnTo>
                  <a:pt x="980108" y="3486406"/>
                </a:lnTo>
                <a:lnTo>
                  <a:pt x="0" y="1643095"/>
                </a:lnTo>
                <a:close/>
              </a:path>
            </a:pathLst>
          </a:cu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E4002B"/>
              </a:solidFill>
            </a:endParaRPr>
          </a:p>
        </p:txBody>
      </p:sp>
      <p:sp>
        <p:nvSpPr>
          <p:cNvPr id="11" name="Picture Placeholder 10"/>
          <p:cNvSpPr>
            <a:spLocks noGrp="1"/>
          </p:cNvSpPr>
          <p:nvPr>
            <p:ph type="pic" sz="quarter" idx="10"/>
          </p:nvPr>
        </p:nvSpPr>
        <p:spPr>
          <a:xfrm>
            <a:off x="5562602" y="4168776"/>
            <a:ext cx="6629399" cy="2689225"/>
          </a:xfrm>
          <a:custGeom>
            <a:avLst/>
            <a:gdLst>
              <a:gd name="connsiteX0" fmla="*/ 0 w 4724400"/>
              <a:gd name="connsiteY0" fmla="*/ 0 h 3352800"/>
              <a:gd name="connsiteX1" fmla="*/ 4724400 w 4724400"/>
              <a:gd name="connsiteY1" fmla="*/ 0 h 3352800"/>
              <a:gd name="connsiteX2" fmla="*/ 4724400 w 4724400"/>
              <a:gd name="connsiteY2" fmla="*/ 3352800 h 3352800"/>
              <a:gd name="connsiteX3" fmla="*/ 0 w 4724400"/>
              <a:gd name="connsiteY3" fmla="*/ 3352800 h 3352800"/>
              <a:gd name="connsiteX4" fmla="*/ 0 w 4724400"/>
              <a:gd name="connsiteY4" fmla="*/ 0 h 3352800"/>
              <a:gd name="connsiteX0" fmla="*/ 1781175 w 4724400"/>
              <a:gd name="connsiteY0" fmla="*/ 7938 h 3352800"/>
              <a:gd name="connsiteX1" fmla="*/ 4724400 w 4724400"/>
              <a:gd name="connsiteY1" fmla="*/ 0 h 3352800"/>
              <a:gd name="connsiteX2" fmla="*/ 4724400 w 4724400"/>
              <a:gd name="connsiteY2" fmla="*/ 3352800 h 3352800"/>
              <a:gd name="connsiteX3" fmla="*/ 0 w 4724400"/>
              <a:gd name="connsiteY3" fmla="*/ 3352800 h 3352800"/>
              <a:gd name="connsiteX4" fmla="*/ 1781175 w 4724400"/>
              <a:gd name="connsiteY4" fmla="*/ 7938 h 3352800"/>
              <a:gd name="connsiteX0" fmla="*/ 1781175 w 4962524"/>
              <a:gd name="connsiteY0" fmla="*/ 0 h 3344862"/>
              <a:gd name="connsiteX1" fmla="*/ 4962524 w 4962524"/>
              <a:gd name="connsiteY1" fmla="*/ 0 h 3344862"/>
              <a:gd name="connsiteX2" fmla="*/ 4724400 w 4962524"/>
              <a:gd name="connsiteY2" fmla="*/ 3344862 h 3344862"/>
              <a:gd name="connsiteX3" fmla="*/ 0 w 4962524"/>
              <a:gd name="connsiteY3" fmla="*/ 3344862 h 3344862"/>
              <a:gd name="connsiteX4" fmla="*/ 1781175 w 4962524"/>
              <a:gd name="connsiteY4" fmla="*/ 0 h 3344862"/>
              <a:gd name="connsiteX0" fmla="*/ 1781175 w 4962524"/>
              <a:gd name="connsiteY0" fmla="*/ 0 h 3354387"/>
              <a:gd name="connsiteX1" fmla="*/ 4962524 w 4962524"/>
              <a:gd name="connsiteY1" fmla="*/ 0 h 3354387"/>
              <a:gd name="connsiteX2" fmla="*/ 4962524 w 4962524"/>
              <a:gd name="connsiteY2" fmla="*/ 3354387 h 3354387"/>
              <a:gd name="connsiteX3" fmla="*/ 0 w 4962524"/>
              <a:gd name="connsiteY3" fmla="*/ 3344862 h 3354387"/>
              <a:gd name="connsiteX4" fmla="*/ 1781175 w 4962524"/>
              <a:gd name="connsiteY4" fmla="*/ 0 h 3354387"/>
              <a:gd name="connsiteX0" fmla="*/ 1781175 w 4972049"/>
              <a:gd name="connsiteY0" fmla="*/ 0 h 3344862"/>
              <a:gd name="connsiteX1" fmla="*/ 4962524 w 4972049"/>
              <a:gd name="connsiteY1" fmla="*/ 0 h 3344862"/>
              <a:gd name="connsiteX2" fmla="*/ 4972049 w 4972049"/>
              <a:gd name="connsiteY2" fmla="*/ 3344862 h 3344862"/>
              <a:gd name="connsiteX3" fmla="*/ 0 w 4972049"/>
              <a:gd name="connsiteY3" fmla="*/ 3344862 h 3344862"/>
              <a:gd name="connsiteX4" fmla="*/ 1781175 w 4972049"/>
              <a:gd name="connsiteY4" fmla="*/ 0 h 3344862"/>
              <a:gd name="connsiteX0" fmla="*/ 1416981 w 4972049"/>
              <a:gd name="connsiteY0" fmla="*/ 655637 h 3344862"/>
              <a:gd name="connsiteX1" fmla="*/ 4962524 w 4972049"/>
              <a:gd name="connsiteY1" fmla="*/ 0 h 3344862"/>
              <a:gd name="connsiteX2" fmla="*/ 4972049 w 4972049"/>
              <a:gd name="connsiteY2" fmla="*/ 3344862 h 3344862"/>
              <a:gd name="connsiteX3" fmla="*/ 0 w 4972049"/>
              <a:gd name="connsiteY3" fmla="*/ 3344862 h 3344862"/>
              <a:gd name="connsiteX4" fmla="*/ 1416981 w 4972049"/>
              <a:gd name="connsiteY4" fmla="*/ 655637 h 3344862"/>
              <a:gd name="connsiteX0" fmla="*/ 1416981 w 4972049"/>
              <a:gd name="connsiteY0" fmla="*/ 0 h 2689225"/>
              <a:gd name="connsiteX1" fmla="*/ 4972049 w 4972049"/>
              <a:gd name="connsiteY1" fmla="*/ 0 h 2689225"/>
              <a:gd name="connsiteX2" fmla="*/ 4972049 w 4972049"/>
              <a:gd name="connsiteY2" fmla="*/ 2689225 h 2689225"/>
              <a:gd name="connsiteX3" fmla="*/ 0 w 4972049"/>
              <a:gd name="connsiteY3" fmla="*/ 2689225 h 2689225"/>
              <a:gd name="connsiteX4" fmla="*/ 1416981 w 4972049"/>
              <a:gd name="connsiteY4" fmla="*/ 0 h 2689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2049" h="2689225">
                <a:moveTo>
                  <a:pt x="1416981" y="0"/>
                </a:moveTo>
                <a:lnTo>
                  <a:pt x="4972049" y="0"/>
                </a:lnTo>
                <a:lnTo>
                  <a:pt x="4972049" y="2689225"/>
                </a:lnTo>
                <a:lnTo>
                  <a:pt x="0" y="2689225"/>
                </a:lnTo>
                <a:lnTo>
                  <a:pt x="1416981" y="0"/>
                </a:lnTo>
                <a:close/>
              </a:path>
            </a:pathLst>
          </a:custGeom>
        </p:spPr>
        <p:txBody>
          <a:bodyPr anchor="ctr"/>
          <a:lstStyle>
            <a:lvl1pPr algn="ctr">
              <a:defRPr/>
            </a:lvl1pPr>
          </a:lstStyle>
          <a:p>
            <a:endParaRPr lang="en-US" dirty="0"/>
          </a:p>
        </p:txBody>
      </p:sp>
      <p:sp>
        <p:nvSpPr>
          <p:cNvPr id="15" name="Text Placeholder 14"/>
          <p:cNvSpPr>
            <a:spLocks noGrp="1"/>
          </p:cNvSpPr>
          <p:nvPr>
            <p:ph type="body" sz="quarter" idx="12"/>
          </p:nvPr>
        </p:nvSpPr>
        <p:spPr>
          <a:xfrm>
            <a:off x="601132" y="1944689"/>
            <a:ext cx="5499101" cy="4448175"/>
          </a:xfrm>
          <a:prstGeom prst="rect">
            <a:avLst/>
          </a:prstGeom>
        </p:spPr>
        <p:txBody>
          <a:bodyPr lIns="0" tIns="0" rIns="0" bIns="0"/>
          <a:lstStyle>
            <a:lvl1pPr>
              <a:buNone/>
              <a:defRPr sz="1400">
                <a:solidFill>
                  <a:schemeClr val="tx2"/>
                </a:solidFill>
              </a:defRPr>
            </a:lvl1pPr>
            <a:lvl2pPr>
              <a:buNone/>
              <a:defRPr sz="1400">
                <a:solidFill>
                  <a:schemeClr val="tx2"/>
                </a:solidFill>
              </a:defRPr>
            </a:lvl2pPr>
            <a:lvl3pPr>
              <a:buNone/>
              <a:defRPr sz="1400">
                <a:solidFill>
                  <a:schemeClr val="tx2"/>
                </a:solidFill>
              </a:defRPr>
            </a:lvl3pPr>
            <a:lvl4pPr>
              <a:buNone/>
              <a:defRPr sz="1400">
                <a:solidFill>
                  <a:schemeClr val="tx2"/>
                </a:solidFill>
              </a:defRPr>
            </a:lvl4pPr>
            <a:lvl5pPr>
              <a:buNone/>
              <a:defRPr sz="1400">
                <a:solidFill>
                  <a:schemeClr val="tx2"/>
                </a:solidFill>
              </a:defRPr>
            </a:lvl5pPr>
          </a:lstStyle>
          <a:p>
            <a:pPr lvl="0"/>
            <a:endParaRPr lang="en-US"/>
          </a:p>
        </p:txBody>
      </p:sp>
      <p:sp>
        <p:nvSpPr>
          <p:cNvPr id="17" name="Picture Placeholder 16"/>
          <p:cNvSpPr>
            <a:spLocks noGrp="1"/>
          </p:cNvSpPr>
          <p:nvPr>
            <p:ph type="pic" sz="quarter" idx="13" hasCustomPrompt="1"/>
          </p:nvPr>
        </p:nvSpPr>
        <p:spPr>
          <a:xfrm>
            <a:off x="10606617" y="2545557"/>
            <a:ext cx="980017" cy="735013"/>
          </a:xfrm>
          <a:prstGeom prst="rect">
            <a:avLst/>
          </a:prstGeom>
        </p:spPr>
        <p:txBody>
          <a:bodyPr anchor="ctr"/>
          <a:lstStyle>
            <a:lvl1pPr algn="ctr">
              <a:buNone/>
              <a:defRPr sz="1600">
                <a:solidFill>
                  <a:schemeClr val="accent6"/>
                </a:solidFill>
              </a:defRPr>
            </a:lvl1pPr>
          </a:lstStyle>
          <a:p>
            <a:r>
              <a:rPr lang="en-US" dirty="0"/>
              <a:t>icon</a:t>
            </a:r>
          </a:p>
        </p:txBody>
      </p:sp>
      <p:sp>
        <p:nvSpPr>
          <p:cNvPr id="19" name="Text Placeholder 18"/>
          <p:cNvSpPr>
            <a:spLocks noGrp="1"/>
          </p:cNvSpPr>
          <p:nvPr>
            <p:ph type="body" sz="quarter" idx="14"/>
          </p:nvPr>
        </p:nvSpPr>
        <p:spPr>
          <a:xfrm>
            <a:off x="9334500" y="3280569"/>
            <a:ext cx="2252133" cy="579437"/>
          </a:xfrm>
          <a:prstGeom prst="rect">
            <a:avLst/>
          </a:prstGeom>
        </p:spPr>
        <p:txBody>
          <a:bodyPr/>
          <a:lstStyle>
            <a:lvl1pPr algn="r">
              <a:buNone/>
              <a:defRPr sz="1200">
                <a:solidFill>
                  <a:schemeClr val="accent6"/>
                </a:solidFill>
              </a:defRPr>
            </a:lvl1pPr>
            <a:lvl2pPr algn="r">
              <a:defRPr sz="1200">
                <a:solidFill>
                  <a:schemeClr val="accent6"/>
                </a:solidFill>
              </a:defRPr>
            </a:lvl2pPr>
            <a:lvl3pPr algn="r">
              <a:defRPr sz="1200">
                <a:solidFill>
                  <a:schemeClr val="accent6"/>
                </a:solidFill>
              </a:defRPr>
            </a:lvl3pPr>
            <a:lvl4pPr algn="r">
              <a:defRPr sz="1200">
                <a:solidFill>
                  <a:schemeClr val="accent6"/>
                </a:solidFill>
              </a:defRPr>
            </a:lvl4pPr>
            <a:lvl5pPr algn="r">
              <a:defRPr sz="1200">
                <a:solidFill>
                  <a:schemeClr val="accent6"/>
                </a:solidFill>
              </a:defRPr>
            </a:lvl5pPr>
          </a:lstStyle>
          <a:p>
            <a:pPr lvl="0"/>
            <a:endParaRPr lang="en-US"/>
          </a:p>
        </p:txBody>
      </p:sp>
      <p:sp>
        <p:nvSpPr>
          <p:cNvPr id="13" name="Title 1"/>
          <p:cNvSpPr>
            <a:spLocks noGrp="1"/>
          </p:cNvSpPr>
          <p:nvPr>
            <p:ph type="ctrTitle"/>
          </p:nvPr>
        </p:nvSpPr>
        <p:spPr>
          <a:xfrm>
            <a:off x="601134" y="422275"/>
            <a:ext cx="8235951" cy="377825"/>
          </a:xfrm>
          <a:prstGeom prst="rect">
            <a:avLst/>
          </a:prstGeom>
        </p:spPr>
        <p:txBody>
          <a:bodyPr lIns="0" tIns="0" rIns="0" bIns="0" anchor="t"/>
          <a:lstStyle>
            <a:lvl1pPr algn="l">
              <a:defRPr sz="2400">
                <a:solidFill>
                  <a:schemeClr val="accent4"/>
                </a:solidFill>
                <a:latin typeface="Arial" pitchFamily="34" charset="0"/>
                <a:cs typeface="Arial" pitchFamily="34" charset="0"/>
              </a:defRPr>
            </a:lvl1pPr>
          </a:lstStyle>
          <a:p>
            <a:r>
              <a:rPr lang="en-US"/>
              <a:t>Click to edit Master title style</a:t>
            </a:r>
          </a:p>
        </p:txBody>
      </p:sp>
      <p:sp>
        <p:nvSpPr>
          <p:cNvPr id="14" name="Text Placeholder 11"/>
          <p:cNvSpPr>
            <a:spLocks noGrp="1"/>
          </p:cNvSpPr>
          <p:nvPr>
            <p:ph type="body" sz="quarter" idx="15"/>
          </p:nvPr>
        </p:nvSpPr>
        <p:spPr>
          <a:xfrm>
            <a:off x="601133" y="800101"/>
            <a:ext cx="8235951" cy="409575"/>
          </a:xfrm>
          <a:prstGeom prst="rect">
            <a:avLst/>
          </a:prstGeom>
        </p:spPr>
        <p:txBody>
          <a:bodyPr lIns="0" tIns="0" rIns="0" bIns="0" anchor="ctr"/>
          <a:lstStyle>
            <a:lvl1pPr>
              <a:buNone/>
              <a:defRPr sz="1600">
                <a:solidFill>
                  <a:schemeClr val="bg2"/>
                </a:solidFill>
              </a:defRPr>
            </a:lvl1pPr>
            <a:lvl2pPr>
              <a:defRPr sz="1600">
                <a:solidFill>
                  <a:schemeClr val="accent6"/>
                </a:solidFill>
              </a:defRPr>
            </a:lvl2pPr>
            <a:lvl3pPr>
              <a:defRPr sz="1600">
                <a:solidFill>
                  <a:schemeClr val="accent6"/>
                </a:solidFill>
              </a:defRPr>
            </a:lvl3pPr>
            <a:lvl4pPr>
              <a:defRPr sz="1600">
                <a:solidFill>
                  <a:schemeClr val="accent6"/>
                </a:solidFill>
              </a:defRPr>
            </a:lvl4pPr>
            <a:lvl5pPr>
              <a:defRPr sz="1600">
                <a:solidFill>
                  <a:schemeClr val="accent6"/>
                </a:solidFill>
              </a:defRPr>
            </a:lvl5pPr>
          </a:lstStyle>
          <a:p>
            <a:pPr lvl="0"/>
            <a:endParaRPr lang="en-US"/>
          </a:p>
        </p:txBody>
      </p:sp>
    </p:spTree>
    <p:extLst>
      <p:ext uri="{BB962C8B-B14F-4D97-AF65-F5344CB8AC3E}">
        <p14:creationId xmlns:p14="http://schemas.microsoft.com/office/powerpoint/2010/main" val="38548002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3" Type="http://schemas.openxmlformats.org/officeDocument/2006/relationships/slideLayout" Target="../slideLayouts/slideLayout6.xml"/><Relationship Id="rId21" Type="http://schemas.openxmlformats.org/officeDocument/2006/relationships/image" Target="../media/image2.emf"/><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theme" Target="../theme/theme2.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2.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image" Target="../media/image5.jpeg"/><Relationship Id="rId5" Type="http://schemas.openxmlformats.org/officeDocument/2006/relationships/theme" Target="../theme/theme4.xml"/><Relationship Id="rId4"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image" Target="../media/image7.jpeg"/><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theme" Target="../theme/theme5.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24958" y="279651"/>
            <a:ext cx="3085381" cy="1161523"/>
          </a:xfrm>
          <a:prstGeom prst="rect">
            <a:avLst/>
          </a:prstGeom>
        </p:spPr>
      </p:pic>
      <p:sp>
        <p:nvSpPr>
          <p:cNvPr id="2" name="hl" descr="llPROTECTED 関係者外秘">
            <a:extLst>
              <a:ext uri="{FF2B5EF4-FFF2-40B4-BE49-F238E27FC236}">
                <a16:creationId xmlns:a16="http://schemas.microsoft.com/office/drawing/2014/main" id="{83379AA2-80B9-40A7-95BA-DEF572623A63}"/>
              </a:ext>
            </a:extLst>
          </p:cNvPr>
          <p:cNvSpPr txBox="1"/>
          <p:nvPr userDrawn="1"/>
        </p:nvSpPr>
        <p:spPr>
          <a:xfrm>
            <a:off x="0" y="0"/>
            <a:ext cx="12192000" cy="246221"/>
          </a:xfrm>
          <a:prstGeom prst="rect">
            <a:avLst/>
          </a:prstGeom>
          <a:noFill/>
        </p:spPr>
        <p:txBody>
          <a:bodyPr vert="horz" rtlCol="0">
            <a:spAutoFit/>
          </a:bodyPr>
          <a:lstStyle/>
          <a:p>
            <a:pPr algn="l"/>
            <a:r>
              <a:rPr lang="en-US" sz="1000" b="1" i="0" u="none" baseline="0" dirty="0" err="1">
                <a:solidFill>
                  <a:srgbClr val="FFFF00"/>
                </a:solidFill>
                <a:latin typeface="wingdings" panose="05000000000000000000" pitchFamily="2" charset="2"/>
              </a:rPr>
              <a:t>ll</a:t>
            </a:r>
            <a:r>
              <a:rPr lang="en-US" sz="1000" b="0" i="0" u="none" baseline="0" dirty="0" err="1">
                <a:solidFill>
                  <a:srgbClr val="000000"/>
                </a:solidFill>
                <a:latin typeface="Arial" panose="020B0604020202020204" pitchFamily="34" charset="0"/>
              </a:rPr>
              <a:t>PROTECTED</a:t>
            </a:r>
            <a:r>
              <a:rPr lang="en-US" sz="1000" b="0" i="0" u="none" baseline="0" dirty="0">
                <a:solidFill>
                  <a:srgbClr val="000000"/>
                </a:solidFill>
                <a:latin typeface="Arial" panose="020B0604020202020204" pitchFamily="34" charset="0"/>
              </a:rPr>
              <a:t> </a:t>
            </a:r>
            <a:r>
              <a:rPr lang="ja-JP" altLang="en-US" sz="1000" b="0" i="0" u="none" baseline="0" dirty="0">
                <a:solidFill>
                  <a:srgbClr val="000000"/>
                </a:solidFill>
                <a:latin typeface="Arial" panose="020B0604020202020204" pitchFamily="34" charset="0"/>
              </a:rPr>
              <a:t>関係者外秘</a:t>
            </a:r>
            <a:endParaRPr lang="en-US" sz="1000" b="0" i="0" u="none" baseline="0" dirty="0">
              <a:solidFill>
                <a:srgbClr val="000000"/>
              </a:solidFill>
              <a:latin typeface="Arial" panose="020B0604020202020204" pitchFamily="34" charset="0"/>
            </a:endParaRPr>
          </a:p>
        </p:txBody>
      </p:sp>
      <p:sp>
        <p:nvSpPr>
          <p:cNvPr id="5" name="TextBox 4">
            <a:extLst>
              <a:ext uri="{FF2B5EF4-FFF2-40B4-BE49-F238E27FC236}">
                <a16:creationId xmlns:a16="http://schemas.microsoft.com/office/drawing/2014/main" id="{B0FEBC72-B22E-8195-077A-B046FCC62E93}"/>
              </a:ext>
            </a:extLst>
          </p:cNvPr>
          <p:cNvSpPr txBox="1"/>
          <p:nvPr userDrawn="1">
            <p:extLst>
              <p:ext uri="{1162E1C5-73C7-4A58-AE30-91384D911F3F}">
                <p184:classification xmlns:p184="http://schemas.microsoft.com/office/powerpoint/2018/4/main" val="hdr"/>
              </p:ext>
            </p:extLst>
          </p:nvPr>
        </p:nvSpPr>
        <p:spPr>
          <a:xfrm>
            <a:off x="63500" y="63500"/>
            <a:ext cx="1458913" cy="152400"/>
          </a:xfrm>
          <a:prstGeom prst="rect">
            <a:avLst/>
          </a:prstGeom>
        </p:spPr>
        <p:txBody>
          <a:bodyPr horzOverflow="overflow" lIns="0" tIns="0" rIns="0" bIns="0">
            <a:spAutoFit/>
          </a:bodyPr>
          <a:lstStyle/>
          <a:p>
            <a:pPr algn="l"/>
            <a:r>
              <a:rPr lang="en-US" sz="1000" dirty="0">
                <a:solidFill>
                  <a:srgbClr val="000000"/>
                </a:solidFill>
                <a:latin typeface="Meiyo"/>
              </a:rPr>
              <a:t>•• PROTECTED </a:t>
            </a:r>
            <a:r>
              <a:rPr lang="en-US" sz="1000" dirty="0" err="1">
                <a:solidFill>
                  <a:srgbClr val="000000"/>
                </a:solidFill>
                <a:latin typeface="Meiyo"/>
              </a:rPr>
              <a:t>関係者外秘</a:t>
            </a:r>
            <a:endParaRPr lang="en-US" sz="1000" dirty="0">
              <a:solidFill>
                <a:srgbClr val="000000"/>
              </a:solidFill>
              <a:latin typeface="Meiyo"/>
            </a:endParaRPr>
          </a:p>
        </p:txBody>
      </p:sp>
    </p:spTree>
  </p:cSld>
  <p:clrMap bg1="lt1" tx1="dk1" bg2="lt2" tx2="dk2" accent1="accent1" accent2="accent2" accent3="accent3" accent4="accent4" accent5="accent5" accent6="accent6" hlink="hlink" folHlink="folHlink"/>
  <p:sldLayoutIdLst>
    <p:sldLayoutId id="2147483836" r:id="rId1"/>
    <p:sldLayoutId id="2147483838" r:id="rId2"/>
    <p:sldLayoutId id="2147483837"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3" name="Straight Connector 2"/>
          <p:cNvCxnSpPr/>
          <p:nvPr/>
        </p:nvCxnSpPr>
        <p:spPr>
          <a:xfrm>
            <a:off x="601133" y="1232117"/>
            <a:ext cx="10981267" cy="0"/>
          </a:xfrm>
          <a:prstGeom prst="line">
            <a:avLst/>
          </a:prstGeom>
          <a:ln w="6350">
            <a:solidFill>
              <a:srgbClr val="A7A8AA"/>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userDrawn="1"/>
        </p:nvSpPr>
        <p:spPr>
          <a:xfrm>
            <a:off x="601134" y="6420149"/>
            <a:ext cx="4961860" cy="246221"/>
          </a:xfrm>
          <a:prstGeom prst="rect">
            <a:avLst/>
          </a:prstGeom>
          <a:noFill/>
        </p:spPr>
        <p:txBody>
          <a:bodyPr wrap="square" rtlCol="0">
            <a:spAutoFit/>
          </a:bodyPr>
          <a:lstStyle/>
          <a:p>
            <a:r>
              <a:rPr lang="en-US" sz="1000" dirty="0"/>
              <a:t>CW Services | TOYOTA</a:t>
            </a:r>
          </a:p>
        </p:txBody>
      </p:sp>
      <p:pic>
        <p:nvPicPr>
          <p:cNvPr id="5" name="Picture 4"/>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9512853" y="661851"/>
            <a:ext cx="2092771" cy="431293"/>
          </a:xfrm>
          <a:prstGeom prst="rect">
            <a:avLst/>
          </a:prstGeom>
        </p:spPr>
      </p:pic>
      <p:sp>
        <p:nvSpPr>
          <p:cNvPr id="2" name="Slide Number Placeholder 1"/>
          <p:cNvSpPr>
            <a:spLocks noGrp="1"/>
          </p:cNvSpPr>
          <p:nvPr>
            <p:ph type="sldNum" sz="quarter" idx="4"/>
          </p:nvPr>
        </p:nvSpPr>
        <p:spPr>
          <a:xfrm>
            <a:off x="9004300" y="6356351"/>
            <a:ext cx="2743200" cy="365125"/>
          </a:xfrm>
          <a:prstGeom prst="rect">
            <a:avLst/>
          </a:prstGeom>
        </p:spPr>
        <p:txBody>
          <a:bodyPr vert="horz" lIns="91440" tIns="45720" rIns="91440" bIns="45720" rtlCol="0" anchor="ctr"/>
          <a:lstStyle>
            <a:lvl1pPr algn="r">
              <a:defRPr sz="1000">
                <a:solidFill>
                  <a:schemeClr val="bg1">
                    <a:lumMod val="50000"/>
                  </a:schemeClr>
                </a:solidFill>
              </a:defRPr>
            </a:lvl1pPr>
          </a:lstStyle>
          <a:p>
            <a:fld id="{D417EDFD-F0A8-4CEC-A588-351AA4E692EA}" type="slidenum">
              <a:rPr lang="en-US" smtClean="0"/>
              <a:pPr/>
              <a:t>‹#›</a:t>
            </a:fld>
            <a:endParaRPr lang="en-US" dirty="0"/>
          </a:p>
        </p:txBody>
      </p:sp>
      <p:sp>
        <p:nvSpPr>
          <p:cNvPr id="4" name="hl" descr="llPROTECTED 関係者外秘">
            <a:extLst>
              <a:ext uri="{FF2B5EF4-FFF2-40B4-BE49-F238E27FC236}">
                <a16:creationId xmlns:a16="http://schemas.microsoft.com/office/drawing/2014/main" id="{D57D2A10-6BCF-449E-9838-6B7EB3E695DA}"/>
              </a:ext>
            </a:extLst>
          </p:cNvPr>
          <p:cNvSpPr txBox="1"/>
          <p:nvPr userDrawn="1"/>
        </p:nvSpPr>
        <p:spPr>
          <a:xfrm>
            <a:off x="0" y="0"/>
            <a:ext cx="12192000" cy="246221"/>
          </a:xfrm>
          <a:prstGeom prst="rect">
            <a:avLst/>
          </a:prstGeom>
          <a:noFill/>
        </p:spPr>
        <p:txBody>
          <a:bodyPr vert="horz" wrap="square" rtlCol="0">
            <a:spAutoFit/>
          </a:bodyPr>
          <a:lstStyle/>
          <a:p>
            <a:pPr algn="l"/>
            <a:r>
              <a:rPr lang="en-US" sz="1000" b="1" i="0" u="none" baseline="0">
                <a:solidFill>
                  <a:srgbClr val="FFFF00"/>
                </a:solidFill>
                <a:latin typeface="wingdings" panose="05000000000000000000" pitchFamily="2" charset="2"/>
              </a:rPr>
              <a:t>ll</a:t>
            </a:r>
            <a:r>
              <a:rPr lang="en-US" sz="1000" b="0" i="0" u="none" baseline="0">
                <a:solidFill>
                  <a:srgbClr val="000000"/>
                </a:solidFill>
                <a:latin typeface="Arial" panose="020B0604020202020204" pitchFamily="34" charset="0"/>
              </a:rPr>
              <a:t>PROTECTED </a:t>
            </a:r>
            <a:r>
              <a:rPr lang="ja-JP" altLang="en-US" sz="1000" b="0" i="0" u="none" baseline="0" dirty="0">
                <a:solidFill>
                  <a:srgbClr val="000000"/>
                </a:solidFill>
                <a:latin typeface="Arial" panose="020B0604020202020204" pitchFamily="34" charset="0"/>
              </a:rPr>
              <a:t>関係者外秘</a:t>
            </a:r>
            <a:endParaRPr lang="en-US" sz="1000" b="0" i="0" u="none" baseline="0" dirty="0">
              <a:solidFill>
                <a:srgbClr val="000000"/>
              </a:solidFill>
              <a:latin typeface="Arial" panose="020B0604020202020204" pitchFamily="34" charset="0"/>
            </a:endParaRPr>
          </a:p>
        </p:txBody>
      </p:sp>
      <p:sp>
        <p:nvSpPr>
          <p:cNvPr id="7" name="TextBox 6">
            <a:extLst>
              <a:ext uri="{FF2B5EF4-FFF2-40B4-BE49-F238E27FC236}">
                <a16:creationId xmlns:a16="http://schemas.microsoft.com/office/drawing/2014/main" id="{DF44BFF9-5C01-139F-875A-318196656C24}"/>
              </a:ext>
            </a:extLst>
          </p:cNvPr>
          <p:cNvSpPr txBox="1"/>
          <p:nvPr userDrawn="1">
            <p:extLst>
              <p:ext uri="{1162E1C5-73C7-4A58-AE30-91384D911F3F}">
                <p184:classification xmlns:p184="http://schemas.microsoft.com/office/powerpoint/2018/4/main" val="hdr"/>
              </p:ext>
            </p:extLst>
          </p:nvPr>
        </p:nvSpPr>
        <p:spPr>
          <a:xfrm>
            <a:off x="63500" y="63500"/>
            <a:ext cx="1458913" cy="152400"/>
          </a:xfrm>
          <a:prstGeom prst="rect">
            <a:avLst/>
          </a:prstGeom>
        </p:spPr>
        <p:txBody>
          <a:bodyPr horzOverflow="overflow" lIns="0" tIns="0" rIns="0" bIns="0">
            <a:spAutoFit/>
          </a:bodyPr>
          <a:lstStyle/>
          <a:p>
            <a:pPr algn="l"/>
            <a:r>
              <a:rPr lang="en-US" sz="1000" dirty="0">
                <a:solidFill>
                  <a:srgbClr val="000000"/>
                </a:solidFill>
                <a:latin typeface="Meiyo"/>
              </a:rPr>
              <a:t>•• PROTECTED </a:t>
            </a:r>
            <a:r>
              <a:rPr lang="en-US" sz="1000" dirty="0" err="1">
                <a:solidFill>
                  <a:srgbClr val="000000"/>
                </a:solidFill>
                <a:latin typeface="Meiyo"/>
              </a:rPr>
              <a:t>関係者外秘</a:t>
            </a:r>
            <a:endParaRPr lang="en-US" sz="1000" dirty="0">
              <a:solidFill>
                <a:srgbClr val="000000"/>
              </a:solidFill>
              <a:latin typeface="Meiyo"/>
            </a:endParaRPr>
          </a:p>
        </p:txBody>
      </p:sp>
    </p:spTree>
  </p:cSld>
  <p:clrMap bg1="lt1" tx1="dk1" bg2="lt2" tx2="dk2" accent1="accent1" accent2="accent2" accent3="accent3" accent4="accent4" accent5="accent5" accent6="accent6" hlink="hlink" folHlink="folHlink"/>
  <p:sldLayoutIdLst>
    <p:sldLayoutId id="2147483690" r:id="rId1"/>
    <p:sldLayoutId id="2147483678" r:id="rId2"/>
    <p:sldLayoutId id="2147483691"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9" r:id="rId13"/>
    <p:sldLayoutId id="2147483711" r:id="rId14"/>
    <p:sldLayoutId id="2147483713" r:id="rId15"/>
    <p:sldLayoutId id="2147483736" r:id="rId16"/>
    <p:sldLayoutId id="2147483741" r:id="rId17"/>
    <p:sldLayoutId id="2147483746" r:id="rId18"/>
    <p:sldLayoutId id="2147483747" r:id="rId19"/>
  </p:sldLayoutIdLst>
  <p:hf hdr="0" ftr="0" dt="0"/>
  <p:txStyles>
    <p:titleStyle>
      <a:lvl1pPr algn="l" defTabSz="914400" rtl="0" eaLnBrk="1" latinLnBrk="0" hangingPunct="1">
        <a:spcBef>
          <a:spcPct val="0"/>
        </a:spcBef>
        <a:buNone/>
        <a:defRPr sz="2400" kern="1200">
          <a:solidFill>
            <a:schemeClr val="accent6"/>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hl" descr="llPROTECTED 関係者外秘">
            <a:extLst>
              <a:ext uri="{FF2B5EF4-FFF2-40B4-BE49-F238E27FC236}">
                <a16:creationId xmlns:a16="http://schemas.microsoft.com/office/drawing/2014/main" id="{93A1D034-6789-4351-B240-30FC7A469DA0}"/>
              </a:ext>
            </a:extLst>
          </p:cNvPr>
          <p:cNvSpPr txBox="1"/>
          <p:nvPr userDrawn="1"/>
        </p:nvSpPr>
        <p:spPr>
          <a:xfrm>
            <a:off x="0" y="0"/>
            <a:ext cx="12192000" cy="246221"/>
          </a:xfrm>
          <a:prstGeom prst="rect">
            <a:avLst/>
          </a:prstGeom>
          <a:noFill/>
        </p:spPr>
        <p:txBody>
          <a:bodyPr vert="horz" rtlCol="0">
            <a:spAutoFit/>
          </a:bodyPr>
          <a:lstStyle/>
          <a:p>
            <a:pPr algn="l"/>
            <a:r>
              <a:rPr lang="en-US" sz="1000" b="1" i="0" u="none" baseline="0">
                <a:solidFill>
                  <a:srgbClr val="FFFF00"/>
                </a:solidFill>
                <a:latin typeface="wingdings" panose="05000000000000000000" pitchFamily="2" charset="2"/>
              </a:rPr>
              <a:t>ll</a:t>
            </a:r>
            <a:r>
              <a:rPr lang="en-US" sz="1000" b="0" i="0" u="none" baseline="0">
                <a:solidFill>
                  <a:srgbClr val="000000"/>
                </a:solidFill>
                <a:latin typeface="Arial" panose="020B0604020202020204" pitchFamily="34" charset="0"/>
              </a:rPr>
              <a:t>PROTECTED </a:t>
            </a:r>
            <a:r>
              <a:rPr lang="ja-JP" altLang="en-US" sz="1000" b="0" i="0" u="none" baseline="0" dirty="0">
                <a:solidFill>
                  <a:srgbClr val="000000"/>
                </a:solidFill>
                <a:latin typeface="Arial" panose="020B0604020202020204" pitchFamily="34" charset="0"/>
              </a:rPr>
              <a:t>関係者外秘</a:t>
            </a:r>
            <a:endParaRPr lang="en-US" sz="1000" b="0" i="0" u="none" baseline="0"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906D6A95-DD9D-1602-F17D-61BE1E87F9BC}"/>
              </a:ext>
            </a:extLst>
          </p:cNvPr>
          <p:cNvSpPr txBox="1"/>
          <p:nvPr userDrawn="1">
            <p:extLst>
              <p:ext uri="{1162E1C5-73C7-4A58-AE30-91384D911F3F}">
                <p184:classification xmlns:p184="http://schemas.microsoft.com/office/powerpoint/2018/4/main" val="hdr"/>
              </p:ext>
            </p:extLst>
          </p:nvPr>
        </p:nvSpPr>
        <p:spPr>
          <a:xfrm>
            <a:off x="63500" y="63500"/>
            <a:ext cx="1458913" cy="152400"/>
          </a:xfrm>
          <a:prstGeom prst="rect">
            <a:avLst/>
          </a:prstGeom>
        </p:spPr>
        <p:txBody>
          <a:bodyPr horzOverflow="overflow" lIns="0" tIns="0" rIns="0" bIns="0">
            <a:spAutoFit/>
          </a:bodyPr>
          <a:lstStyle/>
          <a:p>
            <a:pPr algn="l"/>
            <a:r>
              <a:rPr lang="en-US" sz="1000" dirty="0">
                <a:solidFill>
                  <a:srgbClr val="000000"/>
                </a:solidFill>
                <a:latin typeface="Meiyo"/>
              </a:rPr>
              <a:t>•• PROTECTED </a:t>
            </a:r>
            <a:r>
              <a:rPr lang="en-US" sz="1000" dirty="0" err="1">
                <a:solidFill>
                  <a:srgbClr val="000000"/>
                </a:solidFill>
                <a:latin typeface="Meiyo"/>
              </a:rPr>
              <a:t>関係者外秘</a:t>
            </a:r>
            <a:endParaRPr lang="en-US" sz="1000" dirty="0">
              <a:solidFill>
                <a:srgbClr val="000000"/>
              </a:solidFill>
              <a:latin typeface="Meiyo"/>
            </a:endParaRPr>
          </a:p>
        </p:txBody>
      </p:sp>
    </p:spTree>
    <p:extLst>
      <p:ext uri="{BB962C8B-B14F-4D97-AF65-F5344CB8AC3E}">
        <p14:creationId xmlns:p14="http://schemas.microsoft.com/office/powerpoint/2010/main" val="4117652355"/>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13"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rgbClr val="54585A"/>
                </a:solidFill>
              </a:defRPr>
            </a:lvl1pPr>
          </a:lstStyle>
          <a:p>
            <a:fld id="{DE488CFA-37C6-4C61-B902-282616E40EAF}" type="slidenum">
              <a:rPr lang="en-US" smtClean="0"/>
              <a:pPr/>
              <a:t>‹#›</a:t>
            </a:fld>
            <a:endParaRPr lang="en-US" dirty="0"/>
          </a:p>
        </p:txBody>
      </p:sp>
      <p:pic>
        <p:nvPicPr>
          <p:cNvPr id="6" name="Picture 5"/>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39233" y="550997"/>
            <a:ext cx="745068" cy="558801"/>
          </a:xfrm>
          <a:prstGeom prst="rect">
            <a:avLst/>
          </a:prstGeom>
        </p:spPr>
      </p:pic>
      <p:sp>
        <p:nvSpPr>
          <p:cNvPr id="2" name="hl" descr="llPROTECTED 関係者外秘">
            <a:extLst>
              <a:ext uri="{FF2B5EF4-FFF2-40B4-BE49-F238E27FC236}">
                <a16:creationId xmlns:a16="http://schemas.microsoft.com/office/drawing/2014/main" id="{98E8F8AA-79B1-415F-A5D1-7D5DDE830D09}"/>
              </a:ext>
            </a:extLst>
          </p:cNvPr>
          <p:cNvSpPr txBox="1"/>
          <p:nvPr userDrawn="1"/>
        </p:nvSpPr>
        <p:spPr>
          <a:xfrm>
            <a:off x="0" y="0"/>
            <a:ext cx="12192000" cy="246221"/>
          </a:xfrm>
          <a:prstGeom prst="rect">
            <a:avLst/>
          </a:prstGeom>
          <a:noFill/>
        </p:spPr>
        <p:txBody>
          <a:bodyPr vert="horz" rtlCol="0">
            <a:spAutoFit/>
          </a:bodyPr>
          <a:lstStyle/>
          <a:p>
            <a:pPr algn="l"/>
            <a:r>
              <a:rPr lang="en-US" sz="1000" b="1" i="0" u="none" baseline="0">
                <a:solidFill>
                  <a:srgbClr val="FFFF00"/>
                </a:solidFill>
                <a:latin typeface="wingdings" panose="05000000000000000000" pitchFamily="2" charset="2"/>
              </a:rPr>
              <a:t>ll</a:t>
            </a:r>
            <a:r>
              <a:rPr lang="en-US" sz="1000" b="0" i="0" u="none" baseline="0">
                <a:solidFill>
                  <a:srgbClr val="000000"/>
                </a:solidFill>
                <a:latin typeface="Arial" panose="020B0604020202020204" pitchFamily="34" charset="0"/>
              </a:rPr>
              <a:t>PROTECTED </a:t>
            </a:r>
            <a:r>
              <a:rPr lang="ja-JP" altLang="en-US" sz="1000" b="0" i="0" u="none" baseline="0" dirty="0">
                <a:solidFill>
                  <a:srgbClr val="000000"/>
                </a:solidFill>
                <a:latin typeface="Arial" panose="020B0604020202020204" pitchFamily="34" charset="0"/>
              </a:rPr>
              <a:t>関係者外秘</a:t>
            </a:r>
            <a:endParaRPr lang="en-US" sz="1000" b="0" i="0" u="none" baseline="0"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7F22366D-DD0A-849F-B018-41F7865C51FA}"/>
              </a:ext>
            </a:extLst>
          </p:cNvPr>
          <p:cNvSpPr txBox="1"/>
          <p:nvPr userDrawn="1">
            <p:extLst>
              <p:ext uri="{1162E1C5-73C7-4A58-AE30-91384D911F3F}">
                <p184:classification xmlns:p184="http://schemas.microsoft.com/office/powerpoint/2018/4/main" val="hdr"/>
              </p:ext>
            </p:extLst>
          </p:nvPr>
        </p:nvSpPr>
        <p:spPr>
          <a:xfrm>
            <a:off x="63500" y="63500"/>
            <a:ext cx="1458913" cy="152400"/>
          </a:xfrm>
          <a:prstGeom prst="rect">
            <a:avLst/>
          </a:prstGeom>
        </p:spPr>
        <p:txBody>
          <a:bodyPr horzOverflow="overflow" lIns="0" tIns="0" rIns="0" bIns="0">
            <a:spAutoFit/>
          </a:bodyPr>
          <a:lstStyle/>
          <a:p>
            <a:pPr algn="l"/>
            <a:r>
              <a:rPr lang="en-US" sz="1000" dirty="0">
                <a:solidFill>
                  <a:srgbClr val="000000"/>
                </a:solidFill>
                <a:latin typeface="Meiyo"/>
              </a:rPr>
              <a:t>•• PROTECTED </a:t>
            </a:r>
            <a:r>
              <a:rPr lang="en-US" sz="1000" dirty="0" err="1">
                <a:solidFill>
                  <a:srgbClr val="000000"/>
                </a:solidFill>
                <a:latin typeface="Meiyo"/>
              </a:rPr>
              <a:t>関係者外秘</a:t>
            </a:r>
            <a:endParaRPr lang="en-US" sz="1000" dirty="0">
              <a:solidFill>
                <a:srgbClr val="000000"/>
              </a:solidFill>
              <a:latin typeface="Meiyo"/>
            </a:endParaRPr>
          </a:p>
        </p:txBody>
      </p:sp>
    </p:spTree>
    <p:extLst>
      <p:ext uri="{BB962C8B-B14F-4D97-AF65-F5344CB8AC3E}">
        <p14:creationId xmlns:p14="http://schemas.microsoft.com/office/powerpoint/2010/main" val="27576279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pic>
        <p:nvPicPr>
          <p:cNvPr id="7" name="Picture 6" descr="DTZ_logo_large110614.jpg"/>
          <p:cNvPicPr>
            <a:picLocks noChangeAspect="1"/>
          </p:cNvPicPr>
          <p:nvPr userDrawn="1"/>
        </p:nvPicPr>
        <p:blipFill>
          <a:blip r:embed="rId18" cstate="email">
            <a:extLst>
              <a:ext uri="{28A0092B-C50C-407E-A947-70E740481C1C}">
                <a14:useLocalDpi xmlns:a14="http://schemas.microsoft.com/office/drawing/2010/main"/>
              </a:ext>
            </a:extLst>
          </a:blip>
          <a:srcRect/>
          <a:stretch>
            <a:fillRect/>
          </a:stretch>
        </p:blipFill>
        <p:spPr>
          <a:xfrm>
            <a:off x="11221332" y="228296"/>
            <a:ext cx="653537" cy="486079"/>
          </a:xfrm>
          <a:prstGeom prst="rect">
            <a:avLst/>
          </a:prstGeom>
        </p:spPr>
      </p:pic>
      <p:sp>
        <p:nvSpPr>
          <p:cNvPr id="2" name="hl" descr="llPROTECTED 関係者外秘">
            <a:extLst>
              <a:ext uri="{FF2B5EF4-FFF2-40B4-BE49-F238E27FC236}">
                <a16:creationId xmlns:a16="http://schemas.microsoft.com/office/drawing/2014/main" id="{041CEF2F-4033-41A4-8E4A-2251F9A18A72}"/>
              </a:ext>
            </a:extLst>
          </p:cNvPr>
          <p:cNvSpPr txBox="1"/>
          <p:nvPr userDrawn="1"/>
        </p:nvSpPr>
        <p:spPr>
          <a:xfrm>
            <a:off x="0" y="0"/>
            <a:ext cx="12192000" cy="246221"/>
          </a:xfrm>
          <a:prstGeom prst="rect">
            <a:avLst/>
          </a:prstGeom>
          <a:noFill/>
        </p:spPr>
        <p:txBody>
          <a:bodyPr vert="horz" rtlCol="0">
            <a:spAutoFit/>
          </a:bodyPr>
          <a:lstStyle/>
          <a:p>
            <a:pPr algn="l"/>
            <a:r>
              <a:rPr lang="en-US" sz="1000" b="1" i="0" u="none" baseline="0">
                <a:solidFill>
                  <a:srgbClr val="FFFF00"/>
                </a:solidFill>
                <a:latin typeface="wingdings" panose="05000000000000000000" pitchFamily="2" charset="2"/>
              </a:rPr>
              <a:t>ll</a:t>
            </a:r>
            <a:r>
              <a:rPr lang="en-US" sz="1000" b="0" i="0" u="none" baseline="0">
                <a:solidFill>
                  <a:srgbClr val="000000"/>
                </a:solidFill>
                <a:latin typeface="Arial" panose="020B0604020202020204" pitchFamily="34" charset="0"/>
              </a:rPr>
              <a:t>PROTECTED </a:t>
            </a:r>
            <a:r>
              <a:rPr lang="ja-JP" altLang="en-US" sz="1000" b="0" i="0" u="none" baseline="0" dirty="0">
                <a:solidFill>
                  <a:srgbClr val="000000"/>
                </a:solidFill>
                <a:latin typeface="Arial" panose="020B0604020202020204" pitchFamily="34" charset="0"/>
              </a:rPr>
              <a:t>関係者外秘</a:t>
            </a:r>
            <a:endParaRPr lang="en-US" sz="1000" b="0" i="0" u="none" baseline="0"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46D0F03B-A719-DF2F-8115-DB5A1E13352A}"/>
              </a:ext>
            </a:extLst>
          </p:cNvPr>
          <p:cNvSpPr txBox="1"/>
          <p:nvPr userDrawn="1">
            <p:extLst>
              <p:ext uri="{1162E1C5-73C7-4A58-AE30-91384D911F3F}">
                <p184:classification xmlns:p184="http://schemas.microsoft.com/office/powerpoint/2018/4/main" val="hdr"/>
              </p:ext>
            </p:extLst>
          </p:nvPr>
        </p:nvSpPr>
        <p:spPr>
          <a:xfrm>
            <a:off x="63500" y="63500"/>
            <a:ext cx="1458913" cy="152400"/>
          </a:xfrm>
          <a:prstGeom prst="rect">
            <a:avLst/>
          </a:prstGeom>
        </p:spPr>
        <p:txBody>
          <a:bodyPr horzOverflow="overflow" lIns="0" tIns="0" rIns="0" bIns="0">
            <a:spAutoFit/>
          </a:bodyPr>
          <a:lstStyle/>
          <a:p>
            <a:pPr algn="l"/>
            <a:r>
              <a:rPr lang="en-US" sz="1000" dirty="0">
                <a:solidFill>
                  <a:srgbClr val="000000"/>
                </a:solidFill>
                <a:latin typeface="Meiyo"/>
              </a:rPr>
              <a:t>•• PROTECTED </a:t>
            </a:r>
            <a:r>
              <a:rPr lang="en-US" sz="1000" dirty="0" err="1">
                <a:solidFill>
                  <a:srgbClr val="000000"/>
                </a:solidFill>
                <a:latin typeface="Meiyo"/>
              </a:rPr>
              <a:t>関係者外秘</a:t>
            </a:r>
            <a:endParaRPr lang="en-US" sz="1000" dirty="0">
              <a:solidFill>
                <a:srgbClr val="000000"/>
              </a:solidFill>
              <a:latin typeface="Meiyo"/>
            </a:endParaRPr>
          </a:p>
        </p:txBody>
      </p:sp>
    </p:spTree>
    <p:extLst>
      <p:ext uri="{BB962C8B-B14F-4D97-AF65-F5344CB8AC3E}">
        <p14:creationId xmlns:p14="http://schemas.microsoft.com/office/powerpoint/2010/main" val="1443386521"/>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 id="2147483819" r:id="rId1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5" name="Slide Number Placeholder 3"/>
          <p:cNvSpPr txBox="1">
            <a:spLocks/>
          </p:cNvSpPr>
          <p:nvPr userDrawn="1"/>
        </p:nvSpPr>
        <p:spPr>
          <a:xfrm>
            <a:off x="10774325" y="6356351"/>
            <a:ext cx="808075"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7375A8A-23F4-4063-BF5D-AACA5B32A470}" type="slidenum">
              <a:rPr lang="en-US" sz="1000" smtClean="0">
                <a:solidFill>
                  <a:srgbClr val="54585A">
                    <a:tint val="75000"/>
                  </a:srgbClr>
                </a:solidFill>
              </a:rPr>
              <a:pPr>
                <a:defRPr/>
              </a:pPr>
              <a:t>‹#›</a:t>
            </a:fld>
            <a:endParaRPr lang="en-US" sz="1000" dirty="0">
              <a:solidFill>
                <a:srgbClr val="54585A">
                  <a:tint val="75000"/>
                </a:srgbClr>
              </a:solidFill>
            </a:endParaRPr>
          </a:p>
        </p:txBody>
      </p:sp>
      <p:sp>
        <p:nvSpPr>
          <p:cNvPr id="6" name="TextBox 5"/>
          <p:cNvSpPr txBox="1"/>
          <p:nvPr userDrawn="1"/>
        </p:nvSpPr>
        <p:spPr>
          <a:xfrm>
            <a:off x="601134" y="6420149"/>
            <a:ext cx="4961860" cy="246221"/>
          </a:xfrm>
          <a:prstGeom prst="rect">
            <a:avLst/>
          </a:prstGeom>
          <a:noFill/>
        </p:spPr>
        <p:txBody>
          <a:bodyPr wrap="square" rtlCol="0">
            <a:spAutoFit/>
          </a:bodyPr>
          <a:lstStyle/>
          <a:p>
            <a:pPr>
              <a:defRPr/>
            </a:pPr>
            <a:r>
              <a:rPr lang="en-US" sz="1000" kern="0" dirty="0">
                <a:solidFill>
                  <a:srgbClr val="54585A"/>
                </a:solidFill>
              </a:rPr>
              <a:t>Cushman &amp; Wakefield</a:t>
            </a:r>
          </a:p>
        </p:txBody>
      </p:sp>
      <p:sp>
        <p:nvSpPr>
          <p:cNvPr id="2" name="hl" descr="llPROTECTED 関係者外秘">
            <a:extLst>
              <a:ext uri="{FF2B5EF4-FFF2-40B4-BE49-F238E27FC236}">
                <a16:creationId xmlns:a16="http://schemas.microsoft.com/office/drawing/2014/main" id="{89AF7367-0E0B-425F-9C7C-C1497AAB2F34}"/>
              </a:ext>
            </a:extLst>
          </p:cNvPr>
          <p:cNvSpPr txBox="1"/>
          <p:nvPr userDrawn="1"/>
        </p:nvSpPr>
        <p:spPr>
          <a:xfrm>
            <a:off x="0" y="0"/>
            <a:ext cx="12192000" cy="246221"/>
          </a:xfrm>
          <a:prstGeom prst="rect">
            <a:avLst/>
          </a:prstGeom>
          <a:noFill/>
        </p:spPr>
        <p:txBody>
          <a:bodyPr vert="horz" rtlCol="0">
            <a:spAutoFit/>
          </a:bodyPr>
          <a:lstStyle/>
          <a:p>
            <a:pPr algn="l"/>
            <a:r>
              <a:rPr lang="en-US" sz="1000" b="1" i="0" u="none" baseline="0">
                <a:solidFill>
                  <a:srgbClr val="FFFF00"/>
                </a:solidFill>
                <a:latin typeface="wingdings" panose="05000000000000000000" pitchFamily="2" charset="2"/>
              </a:rPr>
              <a:t>ll</a:t>
            </a:r>
            <a:r>
              <a:rPr lang="en-US" sz="1000" b="0" i="0" u="none" baseline="0">
                <a:solidFill>
                  <a:srgbClr val="000000"/>
                </a:solidFill>
                <a:latin typeface="Arial" panose="020B0604020202020204" pitchFamily="34" charset="0"/>
              </a:rPr>
              <a:t>PROTECTED </a:t>
            </a:r>
            <a:r>
              <a:rPr lang="ja-JP" altLang="en-US" sz="1000" b="0" i="0" u="none" baseline="0" dirty="0">
                <a:solidFill>
                  <a:srgbClr val="000000"/>
                </a:solidFill>
                <a:latin typeface="Arial" panose="020B0604020202020204" pitchFamily="34" charset="0"/>
              </a:rPr>
              <a:t>関係者外秘</a:t>
            </a:r>
            <a:endParaRPr lang="en-US" sz="1000" b="0" i="0" u="none" baseline="0"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26F68A48-8E59-FDEA-D32F-E4C7BC5AF210}"/>
              </a:ext>
            </a:extLst>
          </p:cNvPr>
          <p:cNvSpPr txBox="1"/>
          <p:nvPr userDrawn="1">
            <p:extLst>
              <p:ext uri="{1162E1C5-73C7-4A58-AE30-91384D911F3F}">
                <p184:classification xmlns:p184="http://schemas.microsoft.com/office/powerpoint/2018/4/main" val="hdr"/>
              </p:ext>
            </p:extLst>
          </p:nvPr>
        </p:nvSpPr>
        <p:spPr>
          <a:xfrm>
            <a:off x="63500" y="63500"/>
            <a:ext cx="1458913" cy="152400"/>
          </a:xfrm>
          <a:prstGeom prst="rect">
            <a:avLst/>
          </a:prstGeom>
        </p:spPr>
        <p:txBody>
          <a:bodyPr horzOverflow="overflow" lIns="0" tIns="0" rIns="0" bIns="0">
            <a:spAutoFit/>
          </a:bodyPr>
          <a:lstStyle/>
          <a:p>
            <a:pPr algn="l"/>
            <a:r>
              <a:rPr lang="en-US" sz="1000" dirty="0">
                <a:solidFill>
                  <a:srgbClr val="000000"/>
                </a:solidFill>
                <a:latin typeface="Meiyo"/>
              </a:rPr>
              <a:t>•• PROTECTED </a:t>
            </a:r>
            <a:r>
              <a:rPr lang="en-US" sz="1000" dirty="0" err="1">
                <a:solidFill>
                  <a:srgbClr val="000000"/>
                </a:solidFill>
                <a:latin typeface="Meiyo"/>
              </a:rPr>
              <a:t>関係者外秘</a:t>
            </a:r>
            <a:endParaRPr lang="en-US" sz="1000" dirty="0">
              <a:solidFill>
                <a:srgbClr val="000000"/>
              </a:solidFill>
              <a:latin typeface="Meiyo"/>
            </a:endParaRPr>
          </a:p>
        </p:txBody>
      </p:sp>
    </p:spTree>
    <p:extLst>
      <p:ext uri="{BB962C8B-B14F-4D97-AF65-F5344CB8AC3E}">
        <p14:creationId xmlns:p14="http://schemas.microsoft.com/office/powerpoint/2010/main" val="2127608795"/>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 id="2147483832" r:id="rId12"/>
    <p:sldLayoutId id="2147483833" r:id="rId1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chart" Target="../charts/chart9.xml"/><Relationship Id="rId2" Type="http://schemas.microsoft.com/office/2018/10/relationships/comments" Target="../comments/modernComment_1AD_AB47870C.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068F9-3351-4D5D-A125-716F52156F53}"/>
              </a:ext>
            </a:extLst>
          </p:cNvPr>
          <p:cNvSpPr>
            <a:spLocks noGrp="1"/>
          </p:cNvSpPr>
          <p:nvPr>
            <p:ph type="ctrTitle"/>
          </p:nvPr>
        </p:nvSpPr>
        <p:spPr>
          <a:xfrm>
            <a:off x="582661" y="583671"/>
            <a:ext cx="8235951" cy="377825"/>
          </a:xfrm>
        </p:spPr>
        <p:txBody>
          <a:bodyPr/>
          <a:lstStyle/>
          <a:p>
            <a:r>
              <a:rPr lang="en-US" dirty="0"/>
              <a:t>Increased Costs Requests Per Site Breakdown  </a:t>
            </a:r>
          </a:p>
        </p:txBody>
      </p:sp>
      <p:sp>
        <p:nvSpPr>
          <p:cNvPr id="4" name="Slide Number Placeholder 3">
            <a:extLst>
              <a:ext uri="{FF2B5EF4-FFF2-40B4-BE49-F238E27FC236}">
                <a16:creationId xmlns:a16="http://schemas.microsoft.com/office/drawing/2014/main" id="{D7D09698-2019-4634-A026-5FE0B51B6893}"/>
              </a:ext>
            </a:extLst>
          </p:cNvPr>
          <p:cNvSpPr>
            <a:spLocks noGrp="1"/>
          </p:cNvSpPr>
          <p:nvPr>
            <p:ph type="sldNum" sz="quarter" idx="15"/>
          </p:nvPr>
        </p:nvSpPr>
        <p:spPr/>
        <p:txBody>
          <a:bodyPr/>
          <a:lstStyle/>
          <a:p>
            <a:fld id="{E1F4A1F2-62AF-4C70-94F1-AA2404434839}" type="slidenum">
              <a:rPr lang="en-US" smtClean="0"/>
              <a:pPr/>
              <a:t>1</a:t>
            </a:fld>
            <a:endParaRPr lang="en-US" dirty="0"/>
          </a:p>
        </p:txBody>
      </p:sp>
      <p:graphicFrame>
        <p:nvGraphicFramePr>
          <p:cNvPr id="7" name="Table 6">
            <a:extLst>
              <a:ext uri="{FF2B5EF4-FFF2-40B4-BE49-F238E27FC236}">
                <a16:creationId xmlns:a16="http://schemas.microsoft.com/office/drawing/2014/main" id="{FA865D7A-78A6-660F-195D-97EC888ED213}"/>
              </a:ext>
            </a:extLst>
          </p:cNvPr>
          <p:cNvGraphicFramePr>
            <a:graphicFrameLocks noGrp="1"/>
          </p:cNvGraphicFramePr>
          <p:nvPr>
            <p:extLst>
              <p:ext uri="{D42A27DB-BD31-4B8C-83A1-F6EECF244321}">
                <p14:modId xmlns:p14="http://schemas.microsoft.com/office/powerpoint/2010/main" val="1682077263"/>
              </p:ext>
            </p:extLst>
          </p:nvPr>
        </p:nvGraphicFramePr>
        <p:xfrm>
          <a:off x="1106762" y="2011680"/>
          <a:ext cx="9978476" cy="3566160"/>
        </p:xfrm>
        <a:graphic>
          <a:graphicData uri="http://schemas.openxmlformats.org/drawingml/2006/table">
            <a:tbl>
              <a:tblPr firstRow="1" bandRow="1">
                <a:tableStyleId>{5C22544A-7EE6-4342-B048-85BDC9FD1C3A}</a:tableStyleId>
              </a:tblPr>
              <a:tblGrid>
                <a:gridCol w="2494619">
                  <a:extLst>
                    <a:ext uri="{9D8B030D-6E8A-4147-A177-3AD203B41FA5}">
                      <a16:colId xmlns:a16="http://schemas.microsoft.com/office/drawing/2014/main" val="3479199886"/>
                    </a:ext>
                  </a:extLst>
                </a:gridCol>
                <a:gridCol w="2494619">
                  <a:extLst>
                    <a:ext uri="{9D8B030D-6E8A-4147-A177-3AD203B41FA5}">
                      <a16:colId xmlns:a16="http://schemas.microsoft.com/office/drawing/2014/main" val="1311706844"/>
                    </a:ext>
                  </a:extLst>
                </a:gridCol>
                <a:gridCol w="2494619">
                  <a:extLst>
                    <a:ext uri="{9D8B030D-6E8A-4147-A177-3AD203B41FA5}">
                      <a16:colId xmlns:a16="http://schemas.microsoft.com/office/drawing/2014/main" val="2417403811"/>
                    </a:ext>
                  </a:extLst>
                </a:gridCol>
                <a:gridCol w="2494619">
                  <a:extLst>
                    <a:ext uri="{9D8B030D-6E8A-4147-A177-3AD203B41FA5}">
                      <a16:colId xmlns:a16="http://schemas.microsoft.com/office/drawing/2014/main" val="3941419959"/>
                    </a:ext>
                  </a:extLst>
                </a:gridCol>
              </a:tblGrid>
              <a:tr h="348192">
                <a:tc>
                  <a:txBody>
                    <a:bodyPr/>
                    <a:lstStyle/>
                    <a:p>
                      <a:r>
                        <a:rPr lang="en-US" dirty="0"/>
                        <a:t>Site</a:t>
                      </a:r>
                    </a:p>
                  </a:txBody>
                  <a:tcPr/>
                </a:tc>
                <a:tc>
                  <a:txBody>
                    <a:bodyPr/>
                    <a:lstStyle/>
                    <a:p>
                      <a:r>
                        <a:rPr lang="en-US" dirty="0"/>
                        <a:t>Request</a:t>
                      </a:r>
                    </a:p>
                  </a:txBody>
                  <a:tcPr/>
                </a:tc>
                <a:tc>
                  <a:txBody>
                    <a:bodyPr/>
                    <a:lstStyle/>
                    <a:p>
                      <a:r>
                        <a:rPr lang="en-US" dirty="0"/>
                        <a:t>Amount Increase</a:t>
                      </a:r>
                    </a:p>
                  </a:txBody>
                  <a:tcPr/>
                </a:tc>
                <a:tc>
                  <a:txBody>
                    <a:bodyPr/>
                    <a:lstStyle/>
                    <a:p>
                      <a:r>
                        <a:rPr lang="en-US" dirty="0"/>
                        <a:t>% Increase from FY26 Budget</a:t>
                      </a:r>
                    </a:p>
                  </a:txBody>
                  <a:tcPr/>
                </a:tc>
                <a:extLst>
                  <a:ext uri="{0D108BD9-81ED-4DB2-BD59-A6C34878D82A}">
                    <a16:rowId xmlns:a16="http://schemas.microsoft.com/office/drawing/2014/main" val="2176070741"/>
                  </a:ext>
                </a:extLst>
              </a:tr>
              <a:tr h="348192">
                <a:tc>
                  <a:txBody>
                    <a:bodyPr/>
                    <a:lstStyle/>
                    <a:p>
                      <a:r>
                        <a:rPr lang="en-US" dirty="0">
                          <a:solidFill>
                            <a:schemeClr val="tx1"/>
                          </a:solidFill>
                        </a:rPr>
                        <a:t>NAPCK</a:t>
                      </a:r>
                    </a:p>
                  </a:txBody>
                  <a:tcPr/>
                </a:tc>
                <a:tc>
                  <a:txBody>
                    <a:bodyPr/>
                    <a:lstStyle/>
                    <a:p>
                      <a:r>
                        <a:rPr lang="en-US" dirty="0">
                          <a:solidFill>
                            <a:schemeClr val="tx1"/>
                          </a:solidFill>
                        </a:rPr>
                        <a:t>+1 Site Lead</a:t>
                      </a:r>
                    </a:p>
                  </a:txBody>
                  <a:tcPr/>
                </a:tc>
                <a:tc>
                  <a:txBody>
                    <a:bodyPr/>
                    <a:lstStyle/>
                    <a:p>
                      <a:r>
                        <a:rPr lang="en-US" dirty="0">
                          <a:solidFill>
                            <a:schemeClr val="tx1"/>
                          </a:solidFill>
                        </a:rPr>
                        <a:t>$121,567.00      </a:t>
                      </a:r>
                    </a:p>
                  </a:txBody>
                  <a:tcPr/>
                </a:tc>
                <a:tc>
                  <a:txBody>
                    <a:bodyPr/>
                    <a:lstStyle/>
                    <a:p>
                      <a:pPr algn="ctr"/>
                      <a:r>
                        <a:rPr lang="en-US" dirty="0">
                          <a:solidFill>
                            <a:schemeClr val="tx1"/>
                          </a:solidFill>
                        </a:rPr>
                        <a:t>12%</a:t>
                      </a:r>
                    </a:p>
                  </a:txBody>
                  <a:tcPr/>
                </a:tc>
                <a:extLst>
                  <a:ext uri="{0D108BD9-81ED-4DB2-BD59-A6C34878D82A}">
                    <a16:rowId xmlns:a16="http://schemas.microsoft.com/office/drawing/2014/main" val="2790610329"/>
                  </a:ext>
                </a:extLst>
              </a:tr>
              <a:tr h="348192">
                <a:tc>
                  <a:txBody>
                    <a:bodyPr/>
                    <a:lstStyle/>
                    <a:p>
                      <a:r>
                        <a:rPr lang="en-US" dirty="0">
                          <a:solidFill>
                            <a:schemeClr val="tx1"/>
                          </a:solidFill>
                        </a:rPr>
                        <a:t>NAPCK</a:t>
                      </a:r>
                    </a:p>
                  </a:txBody>
                  <a:tcPr/>
                </a:tc>
                <a:tc>
                  <a:txBody>
                    <a:bodyPr/>
                    <a:lstStyle/>
                    <a:p>
                      <a:r>
                        <a:rPr lang="en-US" dirty="0">
                          <a:solidFill>
                            <a:schemeClr val="tx1"/>
                          </a:solidFill>
                        </a:rPr>
                        <a:t>OT reduced to 4%</a:t>
                      </a:r>
                    </a:p>
                  </a:txBody>
                  <a:tcPr/>
                </a:tc>
                <a:tc>
                  <a:txBody>
                    <a:bodyPr/>
                    <a:lstStyle/>
                    <a:p>
                      <a:r>
                        <a:rPr lang="en-US" dirty="0">
                          <a:solidFill>
                            <a:schemeClr val="tx1"/>
                          </a:solidFill>
                        </a:rPr>
                        <a:t>-$16,150.35</a:t>
                      </a:r>
                    </a:p>
                  </a:txBody>
                  <a:tcPr/>
                </a:tc>
                <a:tc>
                  <a:txBody>
                    <a:bodyPr/>
                    <a:lstStyle/>
                    <a:p>
                      <a:pPr algn="ctr"/>
                      <a:r>
                        <a:rPr lang="en-US" dirty="0">
                          <a:solidFill>
                            <a:schemeClr val="tx1"/>
                          </a:solidFill>
                        </a:rPr>
                        <a:t>-5% OT overall</a:t>
                      </a:r>
                    </a:p>
                  </a:txBody>
                  <a:tcPr/>
                </a:tc>
                <a:extLst>
                  <a:ext uri="{0D108BD9-81ED-4DB2-BD59-A6C34878D82A}">
                    <a16:rowId xmlns:a16="http://schemas.microsoft.com/office/drawing/2014/main" val="366281282"/>
                  </a:ext>
                </a:extLst>
              </a:tr>
              <a:tr h="3481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NAPCK</a:t>
                      </a:r>
                    </a:p>
                  </a:txBody>
                  <a:tcPr/>
                </a:tc>
                <a:tc>
                  <a:txBody>
                    <a:bodyPr/>
                    <a:lstStyle/>
                    <a:p>
                      <a:r>
                        <a:rPr lang="en-US" dirty="0">
                          <a:solidFill>
                            <a:schemeClr val="tx1"/>
                          </a:solidFill>
                        </a:rPr>
                        <a:t>R&amp;M Increase</a:t>
                      </a:r>
                    </a:p>
                  </a:txBody>
                  <a:tcPr/>
                </a:tc>
                <a:tc>
                  <a:txBody>
                    <a:bodyPr/>
                    <a:lstStyle/>
                    <a:p>
                      <a:r>
                        <a:rPr lang="en-US" dirty="0">
                          <a:solidFill>
                            <a:schemeClr val="tx1"/>
                          </a:solidFill>
                        </a:rPr>
                        <a:t>$29,198.00</a:t>
                      </a:r>
                    </a:p>
                  </a:txBody>
                  <a:tcPr/>
                </a:tc>
                <a:tc>
                  <a:txBody>
                    <a:bodyPr/>
                    <a:lstStyle/>
                    <a:p>
                      <a:pPr algn="ctr"/>
                      <a:r>
                        <a:rPr lang="en-US" dirty="0">
                          <a:solidFill>
                            <a:schemeClr val="tx1"/>
                          </a:solidFill>
                        </a:rPr>
                        <a:t>10%</a:t>
                      </a:r>
                    </a:p>
                  </a:txBody>
                  <a:tcPr/>
                </a:tc>
                <a:extLst>
                  <a:ext uri="{0D108BD9-81ED-4DB2-BD59-A6C34878D82A}">
                    <a16:rowId xmlns:a16="http://schemas.microsoft.com/office/drawing/2014/main" val="179598711"/>
                  </a:ext>
                </a:extLst>
              </a:tr>
              <a:tr h="348192">
                <a:tc>
                  <a:txBody>
                    <a:bodyPr/>
                    <a:lstStyle/>
                    <a:p>
                      <a:r>
                        <a:rPr lang="en-US" dirty="0">
                          <a:solidFill>
                            <a:schemeClr val="tx1"/>
                          </a:solidFill>
                        </a:rPr>
                        <a:t>TLS Georgetown</a:t>
                      </a:r>
                    </a:p>
                  </a:txBody>
                  <a:tcPr/>
                </a:tc>
                <a:tc>
                  <a:txBody>
                    <a:bodyPr/>
                    <a:lstStyle/>
                    <a:p>
                      <a:r>
                        <a:rPr lang="en-US" dirty="0">
                          <a:solidFill>
                            <a:schemeClr val="tx1"/>
                          </a:solidFill>
                        </a:rPr>
                        <a:t>R&amp;M Increase</a:t>
                      </a:r>
                    </a:p>
                  </a:txBody>
                  <a:tcPr/>
                </a:tc>
                <a:tc>
                  <a:txBody>
                    <a:bodyPr/>
                    <a:lstStyle/>
                    <a:p>
                      <a:r>
                        <a:rPr lang="en-US" dirty="0">
                          <a:solidFill>
                            <a:schemeClr val="tx1"/>
                          </a:solidFill>
                        </a:rPr>
                        <a:t>$30,275.42</a:t>
                      </a:r>
                    </a:p>
                  </a:txBody>
                  <a:tcPr/>
                </a:tc>
                <a:tc>
                  <a:txBody>
                    <a:bodyPr/>
                    <a:lstStyle/>
                    <a:p>
                      <a:pPr algn="ctr"/>
                      <a:r>
                        <a:rPr lang="en-US" dirty="0">
                          <a:solidFill>
                            <a:schemeClr val="tx1"/>
                          </a:solidFill>
                        </a:rPr>
                        <a:t>14%</a:t>
                      </a:r>
                    </a:p>
                  </a:txBody>
                  <a:tcPr/>
                </a:tc>
                <a:extLst>
                  <a:ext uri="{0D108BD9-81ED-4DB2-BD59-A6C34878D82A}">
                    <a16:rowId xmlns:a16="http://schemas.microsoft.com/office/drawing/2014/main" val="552841831"/>
                  </a:ext>
                </a:extLst>
              </a:tr>
              <a:tr h="348192">
                <a:tc>
                  <a:txBody>
                    <a:bodyPr/>
                    <a:lstStyle/>
                    <a:p>
                      <a:r>
                        <a:rPr lang="en-US" dirty="0">
                          <a:solidFill>
                            <a:schemeClr val="tx1"/>
                          </a:solidFill>
                        </a:rPr>
                        <a:t>Cincinnati</a:t>
                      </a:r>
                    </a:p>
                  </a:txBody>
                  <a:tcPr/>
                </a:tc>
                <a:tc>
                  <a:txBody>
                    <a:bodyPr/>
                    <a:lstStyle/>
                    <a:p>
                      <a:r>
                        <a:rPr lang="en-US" dirty="0">
                          <a:solidFill>
                            <a:schemeClr val="tx1"/>
                          </a:solidFill>
                        </a:rPr>
                        <a:t>R&amp;M increase </a:t>
                      </a:r>
                    </a:p>
                  </a:txBody>
                  <a:tcPr/>
                </a:tc>
                <a:tc>
                  <a:txBody>
                    <a:bodyPr/>
                    <a:lstStyle/>
                    <a:p>
                      <a:r>
                        <a:rPr lang="en-US" dirty="0">
                          <a:solidFill>
                            <a:schemeClr val="tx1"/>
                          </a:solidFill>
                        </a:rPr>
                        <a:t>$19,620.00</a:t>
                      </a:r>
                    </a:p>
                  </a:txBody>
                  <a:tcPr/>
                </a:tc>
                <a:tc>
                  <a:txBody>
                    <a:bodyPr/>
                    <a:lstStyle/>
                    <a:p>
                      <a:pPr algn="ctr"/>
                      <a:r>
                        <a:rPr lang="en-US" dirty="0">
                          <a:solidFill>
                            <a:schemeClr val="tx1"/>
                          </a:solidFill>
                        </a:rPr>
                        <a:t>18%</a:t>
                      </a:r>
                    </a:p>
                  </a:txBody>
                  <a:tcPr/>
                </a:tc>
                <a:extLst>
                  <a:ext uri="{0D108BD9-81ED-4DB2-BD59-A6C34878D82A}">
                    <a16:rowId xmlns:a16="http://schemas.microsoft.com/office/drawing/2014/main" val="3804184159"/>
                  </a:ext>
                </a:extLst>
              </a:tr>
              <a:tr h="348192">
                <a:tc>
                  <a:txBody>
                    <a:bodyPr/>
                    <a:lstStyle/>
                    <a:p>
                      <a:r>
                        <a:rPr lang="en-US" strike="sngStrike" baseline="0" dirty="0">
                          <a:solidFill>
                            <a:srgbClr val="FF0000"/>
                          </a:solidFill>
                        </a:rPr>
                        <a:t>Cincinnati</a:t>
                      </a:r>
                    </a:p>
                  </a:txBody>
                  <a:tcPr/>
                </a:tc>
                <a:tc>
                  <a:txBody>
                    <a:bodyPr/>
                    <a:lstStyle/>
                    <a:p>
                      <a:r>
                        <a:rPr lang="en-US" strike="sngStrike" baseline="0" dirty="0">
                          <a:solidFill>
                            <a:srgbClr val="FF0000"/>
                          </a:solidFill>
                        </a:rPr>
                        <a:t>+1 Technician</a:t>
                      </a:r>
                    </a:p>
                  </a:txBody>
                  <a:tcPr/>
                </a:tc>
                <a:tc>
                  <a:txBody>
                    <a:bodyPr/>
                    <a:lstStyle/>
                    <a:p>
                      <a:r>
                        <a:rPr lang="en-US" strike="sngStrike" baseline="0" dirty="0">
                          <a:solidFill>
                            <a:srgbClr val="FF0000"/>
                          </a:solidFill>
                        </a:rPr>
                        <a:t>$77,717.06</a:t>
                      </a:r>
                    </a:p>
                  </a:txBody>
                  <a:tcPr/>
                </a:tc>
                <a:tc>
                  <a:txBody>
                    <a:bodyPr/>
                    <a:lstStyle/>
                    <a:p>
                      <a:pPr algn="ctr"/>
                      <a:r>
                        <a:rPr lang="en-US" strike="sngStrike" baseline="0" dirty="0">
                          <a:solidFill>
                            <a:srgbClr val="FF0000"/>
                          </a:solidFill>
                        </a:rPr>
                        <a:t>28%</a:t>
                      </a:r>
                    </a:p>
                  </a:txBody>
                  <a:tcPr/>
                </a:tc>
                <a:extLst>
                  <a:ext uri="{0D108BD9-81ED-4DB2-BD59-A6C34878D82A}">
                    <a16:rowId xmlns:a16="http://schemas.microsoft.com/office/drawing/2014/main" val="3141182837"/>
                  </a:ext>
                </a:extLst>
              </a:tr>
              <a:tr h="348192">
                <a:tc>
                  <a:txBody>
                    <a:bodyPr/>
                    <a:lstStyle/>
                    <a:p>
                      <a:r>
                        <a:rPr lang="en-US" strike="sngStrike" baseline="0" dirty="0">
                          <a:solidFill>
                            <a:srgbClr val="FF0000"/>
                          </a:solidFill>
                        </a:rPr>
                        <a:t>Kansas City</a:t>
                      </a:r>
                    </a:p>
                  </a:txBody>
                  <a:tcPr/>
                </a:tc>
                <a:tc>
                  <a:txBody>
                    <a:bodyPr/>
                    <a:lstStyle/>
                    <a:p>
                      <a:r>
                        <a:rPr lang="en-US" strike="sngStrike" baseline="0" dirty="0">
                          <a:solidFill>
                            <a:srgbClr val="FF0000"/>
                          </a:solidFill>
                        </a:rPr>
                        <a:t>+1 Technician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trike="sngStrike" baseline="0" dirty="0">
                          <a:solidFill>
                            <a:srgbClr val="FF0000"/>
                          </a:solidFill>
                        </a:rPr>
                        <a:t>$77,717.06</a:t>
                      </a:r>
                    </a:p>
                  </a:txBody>
                  <a:tcPr/>
                </a:tc>
                <a:tc>
                  <a:txBody>
                    <a:bodyPr/>
                    <a:lstStyle/>
                    <a:p>
                      <a:pPr algn="ctr"/>
                      <a:r>
                        <a:rPr lang="en-US" strike="sngStrike" baseline="0" dirty="0">
                          <a:solidFill>
                            <a:srgbClr val="FF0000"/>
                          </a:solidFill>
                        </a:rPr>
                        <a:t>21%</a:t>
                      </a:r>
                    </a:p>
                  </a:txBody>
                  <a:tcPr/>
                </a:tc>
                <a:extLst>
                  <a:ext uri="{0D108BD9-81ED-4DB2-BD59-A6C34878D82A}">
                    <a16:rowId xmlns:a16="http://schemas.microsoft.com/office/drawing/2014/main" val="2311316227"/>
                  </a:ext>
                </a:extLst>
              </a:tr>
              <a:tr h="348192">
                <a:tc>
                  <a:txBody>
                    <a:bodyPr/>
                    <a:lstStyle/>
                    <a:p>
                      <a:r>
                        <a:rPr lang="en-US" strike="sngStrike" baseline="0" dirty="0">
                          <a:solidFill>
                            <a:srgbClr val="FF0000"/>
                          </a:solidFill>
                        </a:rPr>
                        <a:t>Princeton</a:t>
                      </a:r>
                    </a:p>
                  </a:txBody>
                  <a:tcPr/>
                </a:tc>
                <a:tc>
                  <a:txBody>
                    <a:bodyPr/>
                    <a:lstStyle/>
                    <a:p>
                      <a:r>
                        <a:rPr lang="en-US" strike="sngStrike" baseline="0" dirty="0">
                          <a:solidFill>
                            <a:srgbClr val="FF0000"/>
                          </a:solidFill>
                        </a:rPr>
                        <a:t>+1 Technician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trike="sngStrike" baseline="0" dirty="0">
                          <a:solidFill>
                            <a:srgbClr val="FF0000"/>
                          </a:solidFill>
                        </a:rPr>
                        <a:t>$77,717.06</a:t>
                      </a:r>
                    </a:p>
                  </a:txBody>
                  <a:tcPr/>
                </a:tc>
                <a:tc>
                  <a:txBody>
                    <a:bodyPr/>
                    <a:lstStyle/>
                    <a:p>
                      <a:pPr algn="ctr"/>
                      <a:r>
                        <a:rPr lang="en-US" strike="sngStrike" baseline="0" dirty="0">
                          <a:solidFill>
                            <a:srgbClr val="FF0000"/>
                          </a:solidFill>
                        </a:rPr>
                        <a:t>25%</a:t>
                      </a:r>
                    </a:p>
                  </a:txBody>
                  <a:tcPr/>
                </a:tc>
                <a:extLst>
                  <a:ext uri="{0D108BD9-81ED-4DB2-BD59-A6C34878D82A}">
                    <a16:rowId xmlns:a16="http://schemas.microsoft.com/office/drawing/2014/main" val="1285965088"/>
                  </a:ext>
                </a:extLst>
              </a:tr>
            </a:tbl>
          </a:graphicData>
        </a:graphic>
      </p:graphicFrame>
    </p:spTree>
    <p:extLst>
      <p:ext uri="{BB962C8B-B14F-4D97-AF65-F5344CB8AC3E}">
        <p14:creationId xmlns:p14="http://schemas.microsoft.com/office/powerpoint/2010/main" val="125535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2C255DC-446B-40CF-8FE3-8F8A5D669E87}"/>
              </a:ext>
            </a:extLst>
          </p:cNvPr>
          <p:cNvSpPr>
            <a:spLocks noGrp="1"/>
          </p:cNvSpPr>
          <p:nvPr>
            <p:ph type="body" sz="quarter" idx="11"/>
          </p:nvPr>
        </p:nvSpPr>
        <p:spPr>
          <a:xfrm>
            <a:off x="859537" y="1577087"/>
            <a:ext cx="9560052" cy="4779264"/>
          </a:xfrm>
        </p:spPr>
        <p:txBody>
          <a:bodyPr/>
          <a:lstStyle/>
          <a:p>
            <a:r>
              <a:rPr lang="en-US" dirty="0"/>
              <a:t>The following charts illustrate key cost drivers contributing to increased facility maintenance expenses across the region.</a:t>
            </a:r>
          </a:p>
          <a:p>
            <a:endParaRPr lang="en-US" dirty="0"/>
          </a:p>
          <a:p>
            <a:pPr marL="285750" indent="-285750">
              <a:buFont typeface="Arial" panose="020B0604020202020204" pitchFamily="34" charset="0"/>
              <a:buChar char="•"/>
            </a:pPr>
            <a:r>
              <a:rPr lang="en-US" dirty="0"/>
              <a:t>Rising </a:t>
            </a:r>
            <a:r>
              <a:rPr lang="en-US" b="1" dirty="0"/>
              <a:t>material costs</a:t>
            </a:r>
            <a:r>
              <a:rPr lang="en-US" dirty="0"/>
              <a:t> and </a:t>
            </a:r>
            <a:r>
              <a:rPr lang="en-US" b="1" dirty="0"/>
              <a:t>expanded workload</a:t>
            </a:r>
            <a:r>
              <a:rPr lang="en-US" dirty="0"/>
              <a:t> have significantly impacted operating budgets.</a:t>
            </a:r>
          </a:p>
          <a:p>
            <a:pPr marL="285750" indent="-285750">
              <a:buFont typeface="Arial" panose="020B0604020202020204" pitchFamily="34" charset="0"/>
              <a:buChar char="•"/>
            </a:pPr>
            <a:r>
              <a:rPr lang="en-US" b="1" dirty="0"/>
              <a:t>Man vs. machine</a:t>
            </a:r>
            <a:r>
              <a:rPr lang="en-US" dirty="0"/>
              <a:t> demands, combined with </a:t>
            </a:r>
            <a:r>
              <a:rPr lang="en-US" b="1" dirty="0"/>
              <a:t>aging infrastructure and critical equipment</a:t>
            </a:r>
            <a:r>
              <a:rPr lang="en-US" dirty="0"/>
              <a:t>, continue to increase maintenance complexity and labor intensity.</a:t>
            </a:r>
          </a:p>
          <a:p>
            <a:pPr marL="285750" indent="-285750">
              <a:buFont typeface="Arial" panose="020B0604020202020204" pitchFamily="34" charset="0"/>
              <a:buChar char="•"/>
            </a:pPr>
            <a:endParaRPr lang="en-US" dirty="0"/>
          </a:p>
          <a:p>
            <a:r>
              <a:rPr lang="en-US" dirty="0"/>
              <a:t>To maintain safety, service continuity, and operational coverage, </a:t>
            </a:r>
            <a:r>
              <a:rPr lang="en-US" b="1" dirty="0"/>
              <a:t>additional headcount</a:t>
            </a:r>
            <a:r>
              <a:rPr lang="en-US" dirty="0"/>
              <a:t> is requested for:</a:t>
            </a:r>
          </a:p>
          <a:p>
            <a:pPr marL="285750" indent="-285750">
              <a:buFont typeface="Arial" panose="020B0604020202020204" pitchFamily="34" charset="0"/>
              <a:buChar char="•"/>
            </a:pPr>
            <a:r>
              <a:rPr lang="en-US" b="1" dirty="0"/>
              <a:t>NAPCK</a:t>
            </a:r>
            <a:endParaRPr lang="en-US" dirty="0"/>
          </a:p>
          <a:p>
            <a:pPr marL="285750" indent="-285750">
              <a:buFont typeface="Arial" panose="020B0604020202020204" pitchFamily="34" charset="0"/>
              <a:buChar char="•"/>
            </a:pPr>
            <a:endParaRPr lang="en-US" dirty="0"/>
          </a:p>
          <a:p>
            <a:r>
              <a:rPr lang="en-US" dirty="0"/>
              <a:t>This positions is critical to sustaining performance standards, ensuring timely response, and mitigating risk across multiple sites.</a:t>
            </a:r>
          </a:p>
          <a:p>
            <a:pPr marL="285750" indent="-2857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7D09698-2019-4634-A026-5FE0B51B6893}"/>
              </a:ext>
            </a:extLst>
          </p:cNvPr>
          <p:cNvSpPr>
            <a:spLocks noGrp="1"/>
          </p:cNvSpPr>
          <p:nvPr>
            <p:ph type="sldNum" sz="quarter" idx="15"/>
          </p:nvPr>
        </p:nvSpPr>
        <p:spPr/>
        <p:txBody>
          <a:bodyPr/>
          <a:lstStyle/>
          <a:p>
            <a:fld id="{E1F4A1F2-62AF-4C70-94F1-AA2404434839}" type="slidenum">
              <a:rPr lang="en-US" smtClean="0"/>
              <a:pPr/>
              <a:t>2</a:t>
            </a:fld>
            <a:endParaRPr lang="en-US" dirty="0"/>
          </a:p>
        </p:txBody>
      </p:sp>
      <p:sp>
        <p:nvSpPr>
          <p:cNvPr id="7" name="Title 1">
            <a:extLst>
              <a:ext uri="{FF2B5EF4-FFF2-40B4-BE49-F238E27FC236}">
                <a16:creationId xmlns:a16="http://schemas.microsoft.com/office/drawing/2014/main" id="{A5F9A3D0-2E39-7A03-23FE-2293D5CB6A5F}"/>
              </a:ext>
            </a:extLst>
          </p:cNvPr>
          <p:cNvSpPr txBox="1">
            <a:spLocks/>
          </p:cNvSpPr>
          <p:nvPr/>
        </p:nvSpPr>
        <p:spPr>
          <a:xfrm>
            <a:off x="582661" y="675719"/>
            <a:ext cx="8712199" cy="377825"/>
          </a:xfrm>
          <a:prstGeom prst="rect">
            <a:avLst/>
          </a:prstGeom>
        </p:spPr>
        <p:txBody>
          <a:bodyPr lIns="0" tIns="0" rIns="0" bIns="0" anchor="t"/>
          <a:lstStyle>
            <a:lvl1pPr algn="l" defTabSz="914400" rtl="0" eaLnBrk="1" latinLnBrk="0" hangingPunct="1">
              <a:spcBef>
                <a:spcPct val="0"/>
              </a:spcBef>
              <a:buNone/>
              <a:defRPr sz="2400" kern="1200">
                <a:solidFill>
                  <a:schemeClr val="accent6"/>
                </a:solidFill>
                <a:latin typeface="Arial" pitchFamily="34" charset="0"/>
                <a:ea typeface="+mj-ea"/>
                <a:cs typeface="Arial" pitchFamily="34" charset="0"/>
              </a:defRPr>
            </a:lvl1pPr>
          </a:lstStyle>
          <a:p>
            <a:r>
              <a:rPr lang="en-US" dirty="0"/>
              <a:t>Increased Costs Over Time and Additional Headcount</a:t>
            </a:r>
          </a:p>
        </p:txBody>
      </p:sp>
    </p:spTree>
    <p:extLst>
      <p:ext uri="{BB962C8B-B14F-4D97-AF65-F5344CB8AC3E}">
        <p14:creationId xmlns:p14="http://schemas.microsoft.com/office/powerpoint/2010/main" val="128972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AE970-2639-3A1C-B793-CFF32F7F151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267311-2280-6D24-65D5-EBE450423A16}"/>
              </a:ext>
            </a:extLst>
          </p:cNvPr>
          <p:cNvSpPr>
            <a:spLocks noGrp="1"/>
          </p:cNvSpPr>
          <p:nvPr>
            <p:ph type="sldNum" sz="quarter" idx="15"/>
          </p:nvPr>
        </p:nvSpPr>
        <p:spPr/>
        <p:txBody>
          <a:bodyPr/>
          <a:lstStyle/>
          <a:p>
            <a:fld id="{E1F4A1F2-62AF-4C70-94F1-AA2404434839}" type="slidenum">
              <a:rPr lang="en-US" smtClean="0"/>
              <a:pPr/>
              <a:t>3</a:t>
            </a:fld>
            <a:endParaRPr lang="en-US" dirty="0"/>
          </a:p>
        </p:txBody>
      </p:sp>
      <p:sp>
        <p:nvSpPr>
          <p:cNvPr id="8" name="Text Placeholder 7">
            <a:extLst>
              <a:ext uri="{FF2B5EF4-FFF2-40B4-BE49-F238E27FC236}">
                <a16:creationId xmlns:a16="http://schemas.microsoft.com/office/drawing/2014/main" id="{C0FF7AB1-26E4-ED4B-34F6-A74B69CDFA98}"/>
              </a:ext>
            </a:extLst>
          </p:cNvPr>
          <p:cNvSpPr>
            <a:spLocks noGrp="1"/>
          </p:cNvSpPr>
          <p:nvPr>
            <p:ph type="body" sz="quarter" idx="13"/>
          </p:nvPr>
        </p:nvSpPr>
        <p:spPr/>
        <p:txBody>
          <a:bodyPr/>
          <a:lstStyle/>
          <a:p>
            <a:r>
              <a:rPr lang="en-US" dirty="0"/>
              <a:t>Analysis of R&amp;M cost over the years </a:t>
            </a:r>
          </a:p>
        </p:txBody>
      </p:sp>
      <p:graphicFrame>
        <p:nvGraphicFramePr>
          <p:cNvPr id="10" name="Chart 9">
            <a:extLst>
              <a:ext uri="{FF2B5EF4-FFF2-40B4-BE49-F238E27FC236}">
                <a16:creationId xmlns:a16="http://schemas.microsoft.com/office/drawing/2014/main" id="{D047FC6E-371D-D76E-85F2-B0518A085BFD}"/>
              </a:ext>
            </a:extLst>
          </p:cNvPr>
          <p:cNvGraphicFramePr>
            <a:graphicFrameLocks/>
          </p:cNvGraphicFramePr>
          <p:nvPr>
            <p:extLst>
              <p:ext uri="{D42A27DB-BD31-4B8C-83A1-F6EECF244321}">
                <p14:modId xmlns:p14="http://schemas.microsoft.com/office/powerpoint/2010/main" val="1449824367"/>
              </p:ext>
            </p:extLst>
          </p:nvPr>
        </p:nvGraphicFramePr>
        <p:xfrm>
          <a:off x="6383572" y="3957321"/>
          <a:ext cx="4573905" cy="276415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0F17BFE5-C700-C71F-BA27-7BD9C7DC98C8}"/>
              </a:ext>
            </a:extLst>
          </p:cNvPr>
          <p:cNvGraphicFramePr>
            <a:graphicFrameLocks/>
          </p:cNvGraphicFramePr>
          <p:nvPr>
            <p:extLst>
              <p:ext uri="{D42A27DB-BD31-4B8C-83A1-F6EECF244321}">
                <p14:modId xmlns:p14="http://schemas.microsoft.com/office/powerpoint/2010/main" val="2766112492"/>
              </p:ext>
            </p:extLst>
          </p:nvPr>
        </p:nvGraphicFramePr>
        <p:xfrm>
          <a:off x="6385477" y="1209676"/>
          <a:ext cx="4572000" cy="27641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Table 12">
            <a:extLst>
              <a:ext uri="{FF2B5EF4-FFF2-40B4-BE49-F238E27FC236}">
                <a16:creationId xmlns:a16="http://schemas.microsoft.com/office/drawing/2014/main" id="{9EE8FAD0-FF2B-6ABD-6EF5-FD7A048EF2D5}"/>
              </a:ext>
            </a:extLst>
          </p:cNvPr>
          <p:cNvGraphicFramePr>
            <a:graphicFrameLocks noGrp="1"/>
          </p:cNvGraphicFramePr>
          <p:nvPr>
            <p:extLst>
              <p:ext uri="{D42A27DB-BD31-4B8C-83A1-F6EECF244321}">
                <p14:modId xmlns:p14="http://schemas.microsoft.com/office/powerpoint/2010/main" val="2107210140"/>
              </p:ext>
            </p:extLst>
          </p:nvPr>
        </p:nvGraphicFramePr>
        <p:xfrm>
          <a:off x="4719108" y="1944688"/>
          <a:ext cx="1549400" cy="109728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294985807"/>
                    </a:ext>
                  </a:extLst>
                </a:gridCol>
                <a:gridCol w="939800">
                  <a:extLst>
                    <a:ext uri="{9D8B030D-6E8A-4147-A177-3AD203B41FA5}">
                      <a16:colId xmlns:a16="http://schemas.microsoft.com/office/drawing/2014/main" val="906997297"/>
                    </a:ext>
                  </a:extLst>
                </a:gridCol>
              </a:tblGrid>
              <a:tr h="182880">
                <a:tc>
                  <a:txBody>
                    <a:bodyPr/>
                    <a:lstStyle/>
                    <a:p>
                      <a:pPr algn="ctr" fontAlgn="b"/>
                      <a:r>
                        <a:rPr lang="en-US" sz="1100" b="1" u="none" strike="noStrike" dirty="0">
                          <a:solidFill>
                            <a:schemeClr val="tx1"/>
                          </a:solidFill>
                          <a:effectLst/>
                          <a:latin typeface="+mn-lt"/>
                        </a:rPr>
                        <a:t>Year </a:t>
                      </a:r>
                      <a:endParaRPr lang="en-US" sz="1100" b="1" i="0" u="none" strike="noStrike" dirty="0">
                        <a:solidFill>
                          <a:schemeClr val="tx1"/>
                        </a:solidFill>
                        <a:effectLst/>
                        <a:latin typeface="+mn-lt"/>
                      </a:endParaRPr>
                    </a:p>
                  </a:txBody>
                  <a:tcPr marL="7620" marR="7620" marT="7620" marB="0" anchor="b"/>
                </a:tc>
                <a:tc>
                  <a:txBody>
                    <a:bodyPr/>
                    <a:lstStyle/>
                    <a:p>
                      <a:pPr algn="ctr" fontAlgn="b"/>
                      <a:r>
                        <a:rPr lang="en-US" sz="1100" b="1" u="none" strike="noStrike" dirty="0">
                          <a:solidFill>
                            <a:schemeClr val="tx1"/>
                          </a:solidFill>
                          <a:effectLst/>
                          <a:latin typeface="+mn-lt"/>
                        </a:rPr>
                        <a:t>Total CM/SR </a:t>
                      </a:r>
                      <a:endParaRPr lang="en-US" sz="1100" b="1" i="0" u="none" strike="noStrike" dirty="0">
                        <a:solidFill>
                          <a:schemeClr val="tx1"/>
                        </a:solidFill>
                        <a:effectLst/>
                        <a:latin typeface="+mn-lt"/>
                      </a:endParaRPr>
                    </a:p>
                  </a:txBody>
                  <a:tcPr marL="7620" marR="7620" marT="7620" marB="0" anchor="b"/>
                </a:tc>
                <a:extLst>
                  <a:ext uri="{0D108BD9-81ED-4DB2-BD59-A6C34878D82A}">
                    <a16:rowId xmlns:a16="http://schemas.microsoft.com/office/drawing/2014/main" val="835084885"/>
                  </a:ext>
                </a:extLst>
              </a:tr>
              <a:tr h="182880">
                <a:tc>
                  <a:txBody>
                    <a:bodyPr/>
                    <a:lstStyle/>
                    <a:p>
                      <a:pPr algn="ctr" fontAlgn="b"/>
                      <a:r>
                        <a:rPr lang="en-US" sz="1100" u="none" strike="noStrike" dirty="0">
                          <a:solidFill>
                            <a:schemeClr val="tx1"/>
                          </a:solidFill>
                          <a:effectLst/>
                          <a:latin typeface="+mn-lt"/>
                        </a:rPr>
                        <a:t>2022</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1919</a:t>
                      </a:r>
                    </a:p>
                  </a:txBody>
                  <a:tcPr marL="7620" marR="7620" marT="7620" marB="0" anchor="b"/>
                </a:tc>
                <a:extLst>
                  <a:ext uri="{0D108BD9-81ED-4DB2-BD59-A6C34878D82A}">
                    <a16:rowId xmlns:a16="http://schemas.microsoft.com/office/drawing/2014/main" val="3772625439"/>
                  </a:ext>
                </a:extLst>
              </a:tr>
              <a:tr h="182880">
                <a:tc>
                  <a:txBody>
                    <a:bodyPr/>
                    <a:lstStyle/>
                    <a:p>
                      <a:pPr algn="ctr" fontAlgn="b"/>
                      <a:r>
                        <a:rPr lang="en-US" sz="1100" u="none" strike="noStrike" dirty="0">
                          <a:solidFill>
                            <a:schemeClr val="tx1"/>
                          </a:solidFill>
                          <a:effectLst/>
                          <a:latin typeface="+mn-lt"/>
                        </a:rPr>
                        <a:t>2023</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1649</a:t>
                      </a:r>
                    </a:p>
                  </a:txBody>
                  <a:tcPr marL="7620" marR="7620" marT="7620" marB="0" anchor="b"/>
                </a:tc>
                <a:extLst>
                  <a:ext uri="{0D108BD9-81ED-4DB2-BD59-A6C34878D82A}">
                    <a16:rowId xmlns:a16="http://schemas.microsoft.com/office/drawing/2014/main" val="2517359459"/>
                  </a:ext>
                </a:extLst>
              </a:tr>
              <a:tr h="182880">
                <a:tc>
                  <a:txBody>
                    <a:bodyPr/>
                    <a:lstStyle/>
                    <a:p>
                      <a:pPr algn="ctr" fontAlgn="b"/>
                      <a:r>
                        <a:rPr lang="en-US" sz="1100" u="none" strike="noStrike" dirty="0">
                          <a:solidFill>
                            <a:schemeClr val="tx1"/>
                          </a:solidFill>
                          <a:effectLst/>
                          <a:latin typeface="+mn-lt"/>
                        </a:rPr>
                        <a:t>2024</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1671</a:t>
                      </a:r>
                    </a:p>
                  </a:txBody>
                  <a:tcPr marL="7620" marR="7620" marT="7620" marB="0" anchor="b"/>
                </a:tc>
                <a:extLst>
                  <a:ext uri="{0D108BD9-81ED-4DB2-BD59-A6C34878D82A}">
                    <a16:rowId xmlns:a16="http://schemas.microsoft.com/office/drawing/2014/main" val="2196459330"/>
                  </a:ext>
                </a:extLst>
              </a:tr>
              <a:tr h="182880">
                <a:tc>
                  <a:txBody>
                    <a:bodyPr/>
                    <a:lstStyle/>
                    <a:p>
                      <a:pPr algn="ctr" fontAlgn="b"/>
                      <a:r>
                        <a:rPr lang="en-US" sz="1100" u="none" strike="noStrike" dirty="0">
                          <a:solidFill>
                            <a:schemeClr val="tx1"/>
                          </a:solidFill>
                          <a:effectLst/>
                          <a:latin typeface="+mn-lt"/>
                        </a:rPr>
                        <a:t>2025</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1729</a:t>
                      </a:r>
                    </a:p>
                  </a:txBody>
                  <a:tcPr marL="7620" marR="7620" marT="7620" marB="0" anchor="b"/>
                </a:tc>
                <a:extLst>
                  <a:ext uri="{0D108BD9-81ED-4DB2-BD59-A6C34878D82A}">
                    <a16:rowId xmlns:a16="http://schemas.microsoft.com/office/drawing/2014/main" val="2971234759"/>
                  </a:ext>
                </a:extLst>
              </a:tr>
              <a:tr h="182880">
                <a:tc>
                  <a:txBody>
                    <a:bodyPr/>
                    <a:lstStyle/>
                    <a:p>
                      <a:pPr algn="ctr" fontAlgn="b"/>
                      <a:r>
                        <a:rPr lang="en-US" sz="1100" b="0" i="0" u="none" strike="noStrike" dirty="0">
                          <a:solidFill>
                            <a:schemeClr val="tx1"/>
                          </a:solidFill>
                          <a:effectLst/>
                          <a:latin typeface="+mn-lt"/>
                        </a:rPr>
                        <a:t>2026</a:t>
                      </a:r>
                    </a:p>
                  </a:txBody>
                  <a:tcPr marL="7620" marR="7620" marT="7620" marB="0" anchor="b"/>
                </a:tc>
                <a:tc>
                  <a:txBody>
                    <a:bodyPr/>
                    <a:lstStyle/>
                    <a:p>
                      <a:pPr algn="ctr" fontAlgn="b"/>
                      <a:r>
                        <a:rPr lang="en-US" sz="1100" b="0" i="0" u="none" strike="noStrike" dirty="0">
                          <a:solidFill>
                            <a:schemeClr val="tx1"/>
                          </a:solidFill>
                          <a:effectLst/>
                          <a:latin typeface="+mn-lt"/>
                        </a:rPr>
                        <a:t>1838</a:t>
                      </a:r>
                    </a:p>
                  </a:txBody>
                  <a:tcPr marL="7620" marR="7620" marT="7620" marB="0" anchor="b"/>
                </a:tc>
                <a:extLst>
                  <a:ext uri="{0D108BD9-81ED-4DB2-BD59-A6C34878D82A}">
                    <a16:rowId xmlns:a16="http://schemas.microsoft.com/office/drawing/2014/main" val="1613207177"/>
                  </a:ext>
                </a:extLst>
              </a:tr>
            </a:tbl>
          </a:graphicData>
        </a:graphic>
      </p:graphicFrame>
      <p:graphicFrame>
        <p:nvGraphicFramePr>
          <p:cNvPr id="14" name="Table 13">
            <a:extLst>
              <a:ext uri="{FF2B5EF4-FFF2-40B4-BE49-F238E27FC236}">
                <a16:creationId xmlns:a16="http://schemas.microsoft.com/office/drawing/2014/main" id="{E2443D57-AFE5-DD74-028A-02B853585E4D}"/>
              </a:ext>
            </a:extLst>
          </p:cNvPr>
          <p:cNvGraphicFramePr>
            <a:graphicFrameLocks noGrp="1"/>
          </p:cNvGraphicFramePr>
          <p:nvPr>
            <p:extLst>
              <p:ext uri="{D42A27DB-BD31-4B8C-83A1-F6EECF244321}">
                <p14:modId xmlns:p14="http://schemas.microsoft.com/office/powerpoint/2010/main" val="1700824411"/>
              </p:ext>
            </p:extLst>
          </p:nvPr>
        </p:nvGraphicFramePr>
        <p:xfrm>
          <a:off x="4010686" y="4619453"/>
          <a:ext cx="2257823" cy="1097280"/>
        </p:xfrm>
        <a:graphic>
          <a:graphicData uri="http://schemas.openxmlformats.org/drawingml/2006/table">
            <a:tbl>
              <a:tblPr>
                <a:tableStyleId>{5C22544A-7EE6-4342-B048-85BDC9FD1C3A}</a:tableStyleId>
              </a:tblPr>
              <a:tblGrid>
                <a:gridCol w="505309">
                  <a:extLst>
                    <a:ext uri="{9D8B030D-6E8A-4147-A177-3AD203B41FA5}">
                      <a16:colId xmlns:a16="http://schemas.microsoft.com/office/drawing/2014/main" val="2062219109"/>
                    </a:ext>
                  </a:extLst>
                </a:gridCol>
                <a:gridCol w="876257">
                  <a:extLst>
                    <a:ext uri="{9D8B030D-6E8A-4147-A177-3AD203B41FA5}">
                      <a16:colId xmlns:a16="http://schemas.microsoft.com/office/drawing/2014/main" val="3435151265"/>
                    </a:ext>
                  </a:extLst>
                </a:gridCol>
                <a:gridCol w="876257">
                  <a:extLst>
                    <a:ext uri="{9D8B030D-6E8A-4147-A177-3AD203B41FA5}">
                      <a16:colId xmlns:a16="http://schemas.microsoft.com/office/drawing/2014/main" val="63304783"/>
                    </a:ext>
                  </a:extLst>
                </a:gridCol>
              </a:tblGrid>
              <a:tr h="182880">
                <a:tc>
                  <a:txBody>
                    <a:bodyPr/>
                    <a:lstStyle/>
                    <a:p>
                      <a:pPr algn="ctr" fontAlgn="b"/>
                      <a:r>
                        <a:rPr lang="en-US" sz="1100" b="1" u="none" strike="noStrike" dirty="0">
                          <a:solidFill>
                            <a:schemeClr val="tx1"/>
                          </a:solidFill>
                          <a:effectLst/>
                        </a:rPr>
                        <a:t>FY</a:t>
                      </a:r>
                      <a:endParaRPr lang="en-US" sz="1100" b="1"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b="1" u="none" strike="noStrike" dirty="0">
                          <a:solidFill>
                            <a:schemeClr val="tx1"/>
                          </a:solidFill>
                          <a:effectLst/>
                        </a:rPr>
                        <a:t> R&amp;M Spend  </a:t>
                      </a:r>
                      <a:endParaRPr lang="en-US" sz="1100" b="1"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b="1" i="0" u="none" strike="noStrike" dirty="0">
                          <a:solidFill>
                            <a:schemeClr val="tx1"/>
                          </a:solidFill>
                          <a:effectLst/>
                          <a:latin typeface="+mn-lt"/>
                        </a:rPr>
                        <a:t>Budget</a:t>
                      </a:r>
                    </a:p>
                  </a:txBody>
                  <a:tcPr marL="7620" marR="7620" marT="7620" marB="0" anchor="b"/>
                </a:tc>
                <a:extLst>
                  <a:ext uri="{0D108BD9-81ED-4DB2-BD59-A6C34878D82A}">
                    <a16:rowId xmlns:a16="http://schemas.microsoft.com/office/drawing/2014/main" val="736761272"/>
                  </a:ext>
                </a:extLst>
              </a:tr>
              <a:tr h="182880">
                <a:tc>
                  <a:txBody>
                    <a:bodyPr/>
                    <a:lstStyle/>
                    <a:p>
                      <a:pPr algn="ctr" fontAlgn="b"/>
                      <a:r>
                        <a:rPr lang="en-US" sz="1100" u="none" strike="noStrike" dirty="0">
                          <a:solidFill>
                            <a:schemeClr val="tx1"/>
                          </a:solidFill>
                          <a:effectLst/>
                        </a:rPr>
                        <a:t>2022</a:t>
                      </a:r>
                      <a:endParaRPr lang="en-US" sz="11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u="none" strike="noStrike" dirty="0">
                          <a:solidFill>
                            <a:schemeClr val="tx1"/>
                          </a:solidFill>
                          <a:effectLst/>
                        </a:rPr>
                        <a:t> $ 951,330 </a:t>
                      </a:r>
                      <a:endParaRPr lang="en-US" sz="11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b="0" i="0" u="none" strike="noStrike" dirty="0">
                          <a:solidFill>
                            <a:schemeClr val="tx1"/>
                          </a:solidFill>
                          <a:effectLst/>
                          <a:latin typeface="+mn-lt"/>
                        </a:rPr>
                        <a:t>$ 1,007,434</a:t>
                      </a:r>
                    </a:p>
                  </a:txBody>
                  <a:tcPr marL="7620" marR="7620" marT="7620" marB="0" anchor="b"/>
                </a:tc>
                <a:extLst>
                  <a:ext uri="{0D108BD9-81ED-4DB2-BD59-A6C34878D82A}">
                    <a16:rowId xmlns:a16="http://schemas.microsoft.com/office/drawing/2014/main" val="3673001112"/>
                  </a:ext>
                </a:extLst>
              </a:tr>
              <a:tr h="182880">
                <a:tc>
                  <a:txBody>
                    <a:bodyPr/>
                    <a:lstStyle/>
                    <a:p>
                      <a:pPr algn="ctr" fontAlgn="b"/>
                      <a:r>
                        <a:rPr lang="en-US" sz="1100" u="none" strike="noStrike" dirty="0">
                          <a:solidFill>
                            <a:schemeClr val="tx1"/>
                          </a:solidFill>
                          <a:effectLst/>
                        </a:rPr>
                        <a:t>2023</a:t>
                      </a:r>
                      <a:endParaRPr lang="en-US" sz="11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u="none" strike="noStrike" dirty="0">
                          <a:solidFill>
                            <a:schemeClr val="tx1"/>
                          </a:solidFill>
                          <a:effectLst/>
                        </a:rPr>
                        <a:t> $ 1,221,434 </a:t>
                      </a:r>
                      <a:endParaRPr lang="en-US" sz="1100" b="0" i="0" u="none" strike="noStrike" dirty="0">
                        <a:solidFill>
                          <a:schemeClr val="tx1"/>
                        </a:solidFill>
                        <a:effectLst/>
                        <a:latin typeface="Calibri" panose="020F0502020204030204" pitchFamily="34" charset="0"/>
                      </a:endParaRPr>
                    </a:p>
                  </a:txBody>
                  <a:tcPr marL="7620" marR="7620" marT="7620"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chemeClr val="tx1"/>
                          </a:solidFill>
                          <a:effectLst/>
                          <a:latin typeface="+mn-lt"/>
                        </a:rPr>
                        <a:t>$ 1,007,434</a:t>
                      </a:r>
                    </a:p>
                  </a:txBody>
                  <a:tcPr marL="7620" marR="7620" marT="7620" marB="0" anchor="b"/>
                </a:tc>
                <a:extLst>
                  <a:ext uri="{0D108BD9-81ED-4DB2-BD59-A6C34878D82A}">
                    <a16:rowId xmlns:a16="http://schemas.microsoft.com/office/drawing/2014/main" val="3868451255"/>
                  </a:ext>
                </a:extLst>
              </a:tr>
              <a:tr h="182880">
                <a:tc>
                  <a:txBody>
                    <a:bodyPr/>
                    <a:lstStyle/>
                    <a:p>
                      <a:pPr algn="ctr" fontAlgn="b"/>
                      <a:r>
                        <a:rPr lang="en-US" sz="1100" u="none" strike="noStrike" dirty="0">
                          <a:solidFill>
                            <a:schemeClr val="tx1"/>
                          </a:solidFill>
                          <a:effectLst/>
                        </a:rPr>
                        <a:t>2024</a:t>
                      </a:r>
                      <a:endParaRPr lang="en-US" sz="11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u="none" strike="noStrike" dirty="0">
                          <a:solidFill>
                            <a:schemeClr val="tx1"/>
                          </a:solidFill>
                          <a:effectLst/>
                        </a:rPr>
                        <a:t> $ 1,101,368</a:t>
                      </a:r>
                      <a:endParaRPr lang="en-US" sz="11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b="0" i="0" u="none" strike="noStrike" dirty="0">
                          <a:solidFill>
                            <a:schemeClr val="tx1"/>
                          </a:solidFill>
                          <a:effectLst/>
                          <a:latin typeface="+mn-lt"/>
                        </a:rPr>
                        <a:t>$1,067,434</a:t>
                      </a:r>
                    </a:p>
                  </a:txBody>
                  <a:tcPr marL="7620" marR="7620" marT="7620" marB="0" anchor="b"/>
                </a:tc>
                <a:extLst>
                  <a:ext uri="{0D108BD9-81ED-4DB2-BD59-A6C34878D82A}">
                    <a16:rowId xmlns:a16="http://schemas.microsoft.com/office/drawing/2014/main" val="97866869"/>
                  </a:ext>
                </a:extLst>
              </a:tr>
              <a:tr h="182880">
                <a:tc>
                  <a:txBody>
                    <a:bodyPr/>
                    <a:lstStyle/>
                    <a:p>
                      <a:pPr algn="ctr" fontAlgn="b"/>
                      <a:r>
                        <a:rPr lang="en-US" sz="1100" u="none" strike="noStrike" dirty="0">
                          <a:solidFill>
                            <a:schemeClr val="tx1"/>
                          </a:solidFill>
                          <a:effectLst/>
                        </a:rPr>
                        <a:t>2025</a:t>
                      </a:r>
                      <a:endParaRPr lang="en-US" sz="11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u="none" strike="noStrike" dirty="0">
                          <a:solidFill>
                            <a:schemeClr val="tx1"/>
                          </a:solidFill>
                          <a:effectLst/>
                        </a:rPr>
                        <a:t> $ 1,093,150</a:t>
                      </a:r>
                      <a:endParaRPr lang="en-US" sz="11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b="0" i="0" u="none" strike="noStrike" dirty="0">
                          <a:solidFill>
                            <a:schemeClr val="tx1"/>
                          </a:solidFill>
                          <a:effectLst/>
                          <a:latin typeface="+mn-lt"/>
                        </a:rPr>
                        <a:t>$ 1,091,593</a:t>
                      </a:r>
                    </a:p>
                  </a:txBody>
                  <a:tcPr marL="7620" marR="7620" marT="7620" marB="0" anchor="b"/>
                </a:tc>
                <a:extLst>
                  <a:ext uri="{0D108BD9-81ED-4DB2-BD59-A6C34878D82A}">
                    <a16:rowId xmlns:a16="http://schemas.microsoft.com/office/drawing/2014/main" val="1289305836"/>
                  </a:ext>
                </a:extLst>
              </a:tr>
              <a:tr h="182880">
                <a:tc>
                  <a:txBody>
                    <a:bodyPr/>
                    <a:lstStyle/>
                    <a:p>
                      <a:pPr algn="ctr" fontAlgn="b"/>
                      <a:r>
                        <a:rPr lang="en-US" sz="1100" b="0" i="0" u="none" strike="noStrike" dirty="0">
                          <a:solidFill>
                            <a:schemeClr val="tx1"/>
                          </a:solidFill>
                          <a:effectLst/>
                          <a:latin typeface="+mn-lt"/>
                        </a:rPr>
                        <a:t>2026</a:t>
                      </a:r>
                    </a:p>
                  </a:txBody>
                  <a:tcPr marL="7620" marR="7620" marT="7620" marB="0" anchor="b"/>
                </a:tc>
                <a:tc>
                  <a:txBody>
                    <a:bodyPr/>
                    <a:lstStyle/>
                    <a:p>
                      <a:pPr algn="ctr" fontAlgn="b"/>
                      <a:r>
                        <a:rPr lang="en-US" sz="1100" b="0" i="0" u="none" strike="noStrike" dirty="0">
                          <a:solidFill>
                            <a:schemeClr val="tx1"/>
                          </a:solidFill>
                          <a:effectLst/>
                          <a:latin typeface="+mn-lt"/>
                        </a:rPr>
                        <a:t>$ 661,460</a:t>
                      </a:r>
                    </a:p>
                  </a:txBody>
                  <a:tcPr marL="7620" marR="7620" marT="7620" marB="0" anchor="b"/>
                </a:tc>
                <a:tc>
                  <a:txBody>
                    <a:bodyPr/>
                    <a:lstStyle/>
                    <a:p>
                      <a:pPr algn="ctr" fontAlgn="b"/>
                      <a:endParaRPr lang="en-US" sz="1100" b="0" i="0" u="none" strike="noStrike" dirty="0">
                        <a:solidFill>
                          <a:schemeClr val="tx1"/>
                        </a:solidFill>
                        <a:effectLst/>
                        <a:latin typeface="+mn-lt"/>
                      </a:endParaRPr>
                    </a:p>
                  </a:txBody>
                  <a:tcPr marL="7620" marR="7620" marT="7620" marB="0" anchor="b"/>
                </a:tc>
                <a:extLst>
                  <a:ext uri="{0D108BD9-81ED-4DB2-BD59-A6C34878D82A}">
                    <a16:rowId xmlns:a16="http://schemas.microsoft.com/office/drawing/2014/main" val="19721118"/>
                  </a:ext>
                </a:extLst>
              </a:tr>
            </a:tbl>
          </a:graphicData>
        </a:graphic>
      </p:graphicFrame>
      <p:sp>
        <p:nvSpPr>
          <p:cNvPr id="15" name="Text Placeholder 2">
            <a:extLst>
              <a:ext uri="{FF2B5EF4-FFF2-40B4-BE49-F238E27FC236}">
                <a16:creationId xmlns:a16="http://schemas.microsoft.com/office/drawing/2014/main" id="{82577981-9C6B-08CC-B19D-8F357D7D25CD}"/>
              </a:ext>
            </a:extLst>
          </p:cNvPr>
          <p:cNvSpPr txBox="1">
            <a:spLocks/>
          </p:cNvSpPr>
          <p:nvPr/>
        </p:nvSpPr>
        <p:spPr>
          <a:xfrm>
            <a:off x="239985" y="1676718"/>
            <a:ext cx="4312699" cy="4594225"/>
          </a:xfrm>
          <a:prstGeom prst="rect">
            <a:avLst/>
          </a:prstGeom>
        </p:spPr>
        <p:txBody>
          <a:bodyPr lIns="0" tIns="0" rIns="0" bIns="0"/>
          <a:lstStyle>
            <a:lvl1pPr marL="228600" indent="-228600" algn="l" defTabSz="914400" rtl="0" eaLnBrk="1" latinLnBrk="0" hangingPunct="1">
              <a:spcBef>
                <a:spcPct val="20000"/>
              </a:spcBef>
              <a:buFont typeface="Arial" pitchFamily="34" charset="0"/>
              <a:buNone/>
              <a:defRPr sz="1600" kern="1200">
                <a:solidFill>
                  <a:schemeClr val="tx1"/>
                </a:solidFill>
                <a:latin typeface="+mn-lt"/>
                <a:ea typeface="+mn-ea"/>
                <a:cs typeface="+mn-cs"/>
              </a:defRPr>
            </a:lvl1pPr>
            <a:lvl2pPr marL="4572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2pPr>
            <a:lvl3pPr marL="6858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3pPr>
            <a:lvl4pPr marL="9144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4pPr>
            <a:lvl5pPr marL="11430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itchFamily="34" charset="0"/>
              <a:buChar char="•"/>
            </a:pPr>
            <a:r>
              <a:rPr lang="en-US" sz="1200" dirty="0"/>
              <a:t>The trend of increased costs has impacted our repairs and maintenance expenses and budgets. </a:t>
            </a:r>
          </a:p>
          <a:p>
            <a:pPr marL="285750" indent="-285750">
              <a:buFont typeface="Arial" pitchFamily="34" charset="0"/>
              <a:buChar char="•"/>
            </a:pPr>
            <a:endParaRPr lang="en-US" sz="1200" dirty="0"/>
          </a:p>
          <a:p>
            <a:pPr marL="285750" indent="-285750">
              <a:buFont typeface="Arial" pitchFamily="34" charset="0"/>
              <a:buChar char="•"/>
            </a:pPr>
            <a:r>
              <a:rPr lang="en-US" sz="1200" dirty="0"/>
              <a:t>The top chart shows the number of CM/SR work orders over the years, which have remained within 300.</a:t>
            </a:r>
          </a:p>
          <a:p>
            <a:pPr marL="285750" indent="-285750">
              <a:buFont typeface="Arial" pitchFamily="34" charset="0"/>
              <a:buChar char="•"/>
            </a:pPr>
            <a:endParaRPr lang="en-US" sz="1200" dirty="0"/>
          </a:p>
          <a:p>
            <a:pPr marL="285750" indent="-285750">
              <a:buFont typeface="Arial" pitchFamily="34" charset="0"/>
              <a:buChar char="•"/>
            </a:pPr>
            <a:r>
              <a:rPr lang="en-US" sz="1200" dirty="0"/>
              <a:t>The bottom chart shows our repairs and maintenance expenses for those fiscal years, which Rapidly increased and has remained mostly flat at the higher level.</a:t>
            </a:r>
          </a:p>
          <a:p>
            <a:pPr marL="285750" indent="-285750">
              <a:buFont typeface="Arial" pitchFamily="34" charset="0"/>
              <a:buChar char="•"/>
            </a:pPr>
            <a:endParaRPr lang="en-US" sz="1200" dirty="0"/>
          </a:p>
          <a:p>
            <a:pPr marL="285750" indent="-285750">
              <a:buFont typeface="Arial" pitchFamily="34" charset="0"/>
              <a:buChar char="•"/>
            </a:pPr>
            <a:r>
              <a:rPr lang="en-US" sz="1200" dirty="0"/>
              <a:t>With our buildings and equipment continuing to get older, combined with the increased costs for repairs and materials, the charts show just how significant the changes have been over the last few years, which will continue to be a problem for our R&amp;M budgets. </a:t>
            </a:r>
          </a:p>
          <a:p>
            <a:pPr marL="285750" indent="-285750">
              <a:buFont typeface="Arial" pitchFamily="34" charset="0"/>
              <a:buChar char="•"/>
            </a:pPr>
            <a:endParaRPr lang="en-US" sz="1200" dirty="0"/>
          </a:p>
          <a:p>
            <a:pPr marL="285750" indent="-285750">
              <a:buFont typeface="Arial" pitchFamily="34" charset="0"/>
              <a:buChar char="•"/>
            </a:pPr>
            <a:r>
              <a:rPr lang="en-US" sz="1200" dirty="0"/>
              <a:t>I am requesting additional $79,093.42 in funds for 3 properties in the region (NAPCK $ 29,198.00, TLS Georgetown $ 30,275.42, Cincinnati $ 19,620.00)</a:t>
            </a:r>
          </a:p>
          <a:p>
            <a:pPr marL="285750" indent="-285750">
              <a:buFont typeface="Arial" pitchFamily="34" charset="0"/>
              <a:buChar char="•"/>
            </a:pPr>
            <a:endParaRPr lang="en-US" sz="1200" dirty="0"/>
          </a:p>
          <a:p>
            <a:pPr marL="285750" indent="-285750">
              <a:buFont typeface="Arial" pitchFamily="34" charset="0"/>
              <a:buChar char="•"/>
            </a:pPr>
            <a:endParaRPr lang="en-US" sz="1200" dirty="0"/>
          </a:p>
        </p:txBody>
      </p:sp>
      <p:sp>
        <p:nvSpPr>
          <p:cNvPr id="6" name="Title 1">
            <a:extLst>
              <a:ext uri="{FF2B5EF4-FFF2-40B4-BE49-F238E27FC236}">
                <a16:creationId xmlns:a16="http://schemas.microsoft.com/office/drawing/2014/main" id="{5B0B4059-C53B-B80B-D828-7E7F82760C87}"/>
              </a:ext>
            </a:extLst>
          </p:cNvPr>
          <p:cNvSpPr txBox="1">
            <a:spLocks/>
          </p:cNvSpPr>
          <p:nvPr/>
        </p:nvSpPr>
        <p:spPr>
          <a:xfrm>
            <a:off x="601133" y="464345"/>
            <a:ext cx="8712199" cy="377825"/>
          </a:xfrm>
          <a:prstGeom prst="rect">
            <a:avLst/>
          </a:prstGeom>
        </p:spPr>
        <p:txBody>
          <a:bodyPr lIns="0" tIns="0" rIns="0" bIns="0" anchor="t"/>
          <a:lstStyle>
            <a:lvl1pPr algn="l" defTabSz="914400" rtl="0" eaLnBrk="1" latinLnBrk="0" hangingPunct="1">
              <a:spcBef>
                <a:spcPct val="0"/>
              </a:spcBef>
              <a:buNone/>
              <a:defRPr sz="2400" kern="1200">
                <a:solidFill>
                  <a:schemeClr val="accent6"/>
                </a:solidFill>
                <a:latin typeface="Arial" pitchFamily="34" charset="0"/>
                <a:ea typeface="+mj-ea"/>
                <a:cs typeface="Arial" pitchFamily="34" charset="0"/>
              </a:defRPr>
            </a:lvl1pPr>
          </a:lstStyle>
          <a:p>
            <a:r>
              <a:rPr lang="en-US" dirty="0"/>
              <a:t>Increased R&amp;M Costs Over Time </a:t>
            </a:r>
          </a:p>
        </p:txBody>
      </p:sp>
    </p:spTree>
    <p:extLst>
      <p:ext uri="{BB962C8B-B14F-4D97-AF65-F5344CB8AC3E}">
        <p14:creationId xmlns:p14="http://schemas.microsoft.com/office/powerpoint/2010/main" val="2775130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1913B-3435-8412-2ECD-C61E116A5E4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3FCF65-0A70-D823-B967-406FF92DFA8C}"/>
              </a:ext>
            </a:extLst>
          </p:cNvPr>
          <p:cNvSpPr>
            <a:spLocks noGrp="1"/>
          </p:cNvSpPr>
          <p:nvPr>
            <p:ph type="sldNum" sz="quarter" idx="15"/>
          </p:nvPr>
        </p:nvSpPr>
        <p:spPr/>
        <p:txBody>
          <a:bodyPr/>
          <a:lstStyle/>
          <a:p>
            <a:fld id="{E1F4A1F2-62AF-4C70-94F1-AA2404434839}" type="slidenum">
              <a:rPr lang="en-US" smtClean="0"/>
              <a:pPr/>
              <a:t>4</a:t>
            </a:fld>
            <a:endParaRPr lang="en-US" dirty="0"/>
          </a:p>
        </p:txBody>
      </p:sp>
      <p:sp>
        <p:nvSpPr>
          <p:cNvPr id="8" name="Text Placeholder 7">
            <a:extLst>
              <a:ext uri="{FF2B5EF4-FFF2-40B4-BE49-F238E27FC236}">
                <a16:creationId xmlns:a16="http://schemas.microsoft.com/office/drawing/2014/main" id="{60DBD6E2-3479-2308-0305-D93187ABA9F9}"/>
              </a:ext>
            </a:extLst>
          </p:cNvPr>
          <p:cNvSpPr>
            <a:spLocks noGrp="1"/>
          </p:cNvSpPr>
          <p:nvPr>
            <p:ph type="body" sz="quarter" idx="13"/>
          </p:nvPr>
        </p:nvSpPr>
        <p:spPr/>
        <p:txBody>
          <a:bodyPr/>
          <a:lstStyle/>
          <a:p>
            <a:r>
              <a:rPr lang="en-US" dirty="0"/>
              <a:t>Analysis of R&amp;M cost NAPCK</a:t>
            </a:r>
          </a:p>
        </p:txBody>
      </p:sp>
      <p:graphicFrame>
        <p:nvGraphicFramePr>
          <p:cNvPr id="10" name="Chart 9">
            <a:extLst>
              <a:ext uri="{FF2B5EF4-FFF2-40B4-BE49-F238E27FC236}">
                <a16:creationId xmlns:a16="http://schemas.microsoft.com/office/drawing/2014/main" id="{D1AA3AB6-BE4D-F8F7-0C71-75F8B0DC7A51}"/>
              </a:ext>
            </a:extLst>
          </p:cNvPr>
          <p:cNvGraphicFramePr>
            <a:graphicFrameLocks/>
          </p:cNvGraphicFramePr>
          <p:nvPr>
            <p:extLst>
              <p:ext uri="{D42A27DB-BD31-4B8C-83A1-F6EECF244321}">
                <p14:modId xmlns:p14="http://schemas.microsoft.com/office/powerpoint/2010/main" val="2757505304"/>
              </p:ext>
            </p:extLst>
          </p:nvPr>
        </p:nvGraphicFramePr>
        <p:xfrm>
          <a:off x="6383572" y="3957321"/>
          <a:ext cx="4573905" cy="276415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8E8C5FC8-9BF8-5E9E-31D2-03E101D93550}"/>
              </a:ext>
            </a:extLst>
          </p:cNvPr>
          <p:cNvGraphicFramePr>
            <a:graphicFrameLocks/>
          </p:cNvGraphicFramePr>
          <p:nvPr>
            <p:extLst>
              <p:ext uri="{D42A27DB-BD31-4B8C-83A1-F6EECF244321}">
                <p14:modId xmlns:p14="http://schemas.microsoft.com/office/powerpoint/2010/main" val="3910327933"/>
              </p:ext>
            </p:extLst>
          </p:nvPr>
        </p:nvGraphicFramePr>
        <p:xfrm>
          <a:off x="6385477" y="1209676"/>
          <a:ext cx="4572000" cy="27641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Table 12">
            <a:extLst>
              <a:ext uri="{FF2B5EF4-FFF2-40B4-BE49-F238E27FC236}">
                <a16:creationId xmlns:a16="http://schemas.microsoft.com/office/drawing/2014/main" id="{8A1AC177-53E0-8F2B-8266-E34922E344EF}"/>
              </a:ext>
            </a:extLst>
          </p:cNvPr>
          <p:cNvGraphicFramePr>
            <a:graphicFrameLocks noGrp="1"/>
          </p:cNvGraphicFramePr>
          <p:nvPr>
            <p:extLst>
              <p:ext uri="{D42A27DB-BD31-4B8C-83A1-F6EECF244321}">
                <p14:modId xmlns:p14="http://schemas.microsoft.com/office/powerpoint/2010/main" val="3265008513"/>
              </p:ext>
            </p:extLst>
          </p:nvPr>
        </p:nvGraphicFramePr>
        <p:xfrm>
          <a:off x="4719108" y="1944688"/>
          <a:ext cx="1549400" cy="109728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294985807"/>
                    </a:ext>
                  </a:extLst>
                </a:gridCol>
                <a:gridCol w="939800">
                  <a:extLst>
                    <a:ext uri="{9D8B030D-6E8A-4147-A177-3AD203B41FA5}">
                      <a16:colId xmlns:a16="http://schemas.microsoft.com/office/drawing/2014/main" val="906997297"/>
                    </a:ext>
                  </a:extLst>
                </a:gridCol>
              </a:tblGrid>
              <a:tr h="182880">
                <a:tc>
                  <a:txBody>
                    <a:bodyPr/>
                    <a:lstStyle/>
                    <a:p>
                      <a:pPr algn="ctr" fontAlgn="b"/>
                      <a:r>
                        <a:rPr lang="en-US" sz="1100" b="1" u="none" strike="noStrike" dirty="0">
                          <a:solidFill>
                            <a:schemeClr val="tx1"/>
                          </a:solidFill>
                          <a:effectLst/>
                          <a:latin typeface="+mn-lt"/>
                        </a:rPr>
                        <a:t>Year </a:t>
                      </a:r>
                      <a:endParaRPr lang="en-US" sz="1100" b="1" i="0" u="none" strike="noStrike" dirty="0">
                        <a:solidFill>
                          <a:schemeClr val="tx1"/>
                        </a:solidFill>
                        <a:effectLst/>
                        <a:latin typeface="+mn-lt"/>
                      </a:endParaRPr>
                    </a:p>
                  </a:txBody>
                  <a:tcPr marL="7620" marR="7620" marT="7620" marB="0" anchor="b"/>
                </a:tc>
                <a:tc>
                  <a:txBody>
                    <a:bodyPr/>
                    <a:lstStyle/>
                    <a:p>
                      <a:pPr algn="ctr" fontAlgn="b"/>
                      <a:r>
                        <a:rPr lang="en-US" sz="1100" b="1" u="none" strike="noStrike" dirty="0">
                          <a:solidFill>
                            <a:schemeClr val="tx1"/>
                          </a:solidFill>
                          <a:effectLst/>
                          <a:latin typeface="+mn-lt"/>
                        </a:rPr>
                        <a:t>Total CM/SR </a:t>
                      </a:r>
                      <a:endParaRPr lang="en-US" sz="1100" b="1" i="0" u="none" strike="noStrike" dirty="0">
                        <a:solidFill>
                          <a:schemeClr val="tx1"/>
                        </a:solidFill>
                        <a:effectLst/>
                        <a:latin typeface="+mn-lt"/>
                      </a:endParaRPr>
                    </a:p>
                  </a:txBody>
                  <a:tcPr marL="7620" marR="7620" marT="7620" marB="0" anchor="b"/>
                </a:tc>
                <a:extLst>
                  <a:ext uri="{0D108BD9-81ED-4DB2-BD59-A6C34878D82A}">
                    <a16:rowId xmlns:a16="http://schemas.microsoft.com/office/drawing/2014/main" val="835084885"/>
                  </a:ext>
                </a:extLst>
              </a:tr>
              <a:tr h="182880">
                <a:tc>
                  <a:txBody>
                    <a:bodyPr/>
                    <a:lstStyle/>
                    <a:p>
                      <a:pPr algn="ctr" fontAlgn="b"/>
                      <a:r>
                        <a:rPr lang="en-US" sz="1100" u="none" strike="noStrike" dirty="0">
                          <a:solidFill>
                            <a:schemeClr val="tx1"/>
                          </a:solidFill>
                          <a:effectLst/>
                          <a:latin typeface="+mn-lt"/>
                        </a:rPr>
                        <a:t>2022</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749</a:t>
                      </a:r>
                    </a:p>
                  </a:txBody>
                  <a:tcPr marL="7620" marR="7620" marT="7620" marB="0" anchor="b"/>
                </a:tc>
                <a:extLst>
                  <a:ext uri="{0D108BD9-81ED-4DB2-BD59-A6C34878D82A}">
                    <a16:rowId xmlns:a16="http://schemas.microsoft.com/office/drawing/2014/main" val="3772625439"/>
                  </a:ext>
                </a:extLst>
              </a:tr>
              <a:tr h="182880">
                <a:tc>
                  <a:txBody>
                    <a:bodyPr/>
                    <a:lstStyle/>
                    <a:p>
                      <a:pPr algn="ctr" fontAlgn="b"/>
                      <a:r>
                        <a:rPr lang="en-US" sz="1100" u="none" strike="noStrike" dirty="0">
                          <a:solidFill>
                            <a:schemeClr val="tx1"/>
                          </a:solidFill>
                          <a:effectLst/>
                          <a:latin typeface="+mn-lt"/>
                        </a:rPr>
                        <a:t>2023</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542</a:t>
                      </a:r>
                    </a:p>
                  </a:txBody>
                  <a:tcPr marL="7620" marR="7620" marT="7620" marB="0" anchor="b"/>
                </a:tc>
                <a:extLst>
                  <a:ext uri="{0D108BD9-81ED-4DB2-BD59-A6C34878D82A}">
                    <a16:rowId xmlns:a16="http://schemas.microsoft.com/office/drawing/2014/main" val="2517359459"/>
                  </a:ext>
                </a:extLst>
              </a:tr>
              <a:tr h="182880">
                <a:tc>
                  <a:txBody>
                    <a:bodyPr/>
                    <a:lstStyle/>
                    <a:p>
                      <a:pPr algn="ctr" fontAlgn="b"/>
                      <a:r>
                        <a:rPr lang="en-US" sz="1100" u="none" strike="noStrike" dirty="0">
                          <a:solidFill>
                            <a:schemeClr val="tx1"/>
                          </a:solidFill>
                          <a:effectLst/>
                          <a:latin typeface="+mn-lt"/>
                        </a:rPr>
                        <a:t>2024</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617</a:t>
                      </a:r>
                    </a:p>
                  </a:txBody>
                  <a:tcPr marL="7620" marR="7620" marT="7620" marB="0" anchor="b"/>
                </a:tc>
                <a:extLst>
                  <a:ext uri="{0D108BD9-81ED-4DB2-BD59-A6C34878D82A}">
                    <a16:rowId xmlns:a16="http://schemas.microsoft.com/office/drawing/2014/main" val="2196459330"/>
                  </a:ext>
                </a:extLst>
              </a:tr>
              <a:tr h="182880">
                <a:tc>
                  <a:txBody>
                    <a:bodyPr/>
                    <a:lstStyle/>
                    <a:p>
                      <a:pPr algn="ctr" fontAlgn="b"/>
                      <a:r>
                        <a:rPr lang="en-US" sz="1100" u="none" strike="noStrike" dirty="0">
                          <a:solidFill>
                            <a:schemeClr val="tx1"/>
                          </a:solidFill>
                          <a:effectLst/>
                          <a:latin typeface="+mn-lt"/>
                        </a:rPr>
                        <a:t>2025</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609</a:t>
                      </a:r>
                    </a:p>
                  </a:txBody>
                  <a:tcPr marL="7620" marR="7620" marT="7620" marB="0" anchor="b"/>
                </a:tc>
                <a:extLst>
                  <a:ext uri="{0D108BD9-81ED-4DB2-BD59-A6C34878D82A}">
                    <a16:rowId xmlns:a16="http://schemas.microsoft.com/office/drawing/2014/main" val="2971234759"/>
                  </a:ext>
                </a:extLst>
              </a:tr>
              <a:tr h="182880">
                <a:tc>
                  <a:txBody>
                    <a:bodyPr/>
                    <a:lstStyle/>
                    <a:p>
                      <a:pPr algn="ctr" fontAlgn="b"/>
                      <a:r>
                        <a:rPr lang="en-US" sz="1100" b="0" i="0" u="none" strike="noStrike" dirty="0">
                          <a:solidFill>
                            <a:schemeClr val="tx1"/>
                          </a:solidFill>
                          <a:effectLst/>
                          <a:latin typeface="+mn-lt"/>
                        </a:rPr>
                        <a:t>2026</a:t>
                      </a:r>
                    </a:p>
                  </a:txBody>
                  <a:tcPr marL="7620" marR="7620" marT="7620" marB="0" anchor="b"/>
                </a:tc>
                <a:tc>
                  <a:txBody>
                    <a:bodyPr/>
                    <a:lstStyle/>
                    <a:p>
                      <a:pPr algn="ctr" fontAlgn="b"/>
                      <a:r>
                        <a:rPr lang="en-US" sz="1100" b="0" i="0" u="none" strike="noStrike" dirty="0">
                          <a:solidFill>
                            <a:schemeClr val="tx1"/>
                          </a:solidFill>
                          <a:effectLst/>
                          <a:latin typeface="+mn-lt"/>
                        </a:rPr>
                        <a:t>554</a:t>
                      </a:r>
                    </a:p>
                  </a:txBody>
                  <a:tcPr marL="7620" marR="7620" marT="7620" marB="0" anchor="b"/>
                </a:tc>
                <a:extLst>
                  <a:ext uri="{0D108BD9-81ED-4DB2-BD59-A6C34878D82A}">
                    <a16:rowId xmlns:a16="http://schemas.microsoft.com/office/drawing/2014/main" val="1613207177"/>
                  </a:ext>
                </a:extLst>
              </a:tr>
            </a:tbl>
          </a:graphicData>
        </a:graphic>
      </p:graphicFrame>
      <p:graphicFrame>
        <p:nvGraphicFramePr>
          <p:cNvPr id="14" name="Table 13">
            <a:extLst>
              <a:ext uri="{FF2B5EF4-FFF2-40B4-BE49-F238E27FC236}">
                <a16:creationId xmlns:a16="http://schemas.microsoft.com/office/drawing/2014/main" id="{B45C4488-F286-FAD0-DB8D-AC7E76997BA3}"/>
              </a:ext>
            </a:extLst>
          </p:cNvPr>
          <p:cNvGraphicFramePr>
            <a:graphicFrameLocks noGrp="1"/>
          </p:cNvGraphicFramePr>
          <p:nvPr>
            <p:extLst>
              <p:ext uri="{D42A27DB-BD31-4B8C-83A1-F6EECF244321}">
                <p14:modId xmlns:p14="http://schemas.microsoft.com/office/powerpoint/2010/main" val="847272897"/>
              </p:ext>
            </p:extLst>
          </p:nvPr>
        </p:nvGraphicFramePr>
        <p:xfrm>
          <a:off x="4105656" y="4619453"/>
          <a:ext cx="2162852" cy="1097280"/>
        </p:xfrm>
        <a:graphic>
          <a:graphicData uri="http://schemas.openxmlformats.org/drawingml/2006/table">
            <a:tbl>
              <a:tblPr>
                <a:tableStyleId>{5C22544A-7EE6-4342-B048-85BDC9FD1C3A}</a:tableStyleId>
              </a:tblPr>
              <a:tblGrid>
                <a:gridCol w="484054">
                  <a:extLst>
                    <a:ext uri="{9D8B030D-6E8A-4147-A177-3AD203B41FA5}">
                      <a16:colId xmlns:a16="http://schemas.microsoft.com/office/drawing/2014/main" val="2062219109"/>
                    </a:ext>
                  </a:extLst>
                </a:gridCol>
                <a:gridCol w="839399">
                  <a:extLst>
                    <a:ext uri="{9D8B030D-6E8A-4147-A177-3AD203B41FA5}">
                      <a16:colId xmlns:a16="http://schemas.microsoft.com/office/drawing/2014/main" val="3435151265"/>
                    </a:ext>
                  </a:extLst>
                </a:gridCol>
                <a:gridCol w="839399">
                  <a:extLst>
                    <a:ext uri="{9D8B030D-6E8A-4147-A177-3AD203B41FA5}">
                      <a16:colId xmlns:a16="http://schemas.microsoft.com/office/drawing/2014/main" val="2536174283"/>
                    </a:ext>
                  </a:extLst>
                </a:gridCol>
              </a:tblGrid>
              <a:tr h="182880">
                <a:tc>
                  <a:txBody>
                    <a:bodyPr/>
                    <a:lstStyle/>
                    <a:p>
                      <a:pPr algn="ctr" fontAlgn="b"/>
                      <a:r>
                        <a:rPr lang="en-US" sz="1100" b="1" u="none" strike="noStrike" dirty="0">
                          <a:solidFill>
                            <a:schemeClr val="tx1"/>
                          </a:solidFill>
                          <a:effectLst/>
                          <a:latin typeface="+mn-lt"/>
                        </a:rPr>
                        <a:t>FY</a:t>
                      </a:r>
                      <a:endParaRPr lang="en-US" sz="1100" b="1" i="0" u="none" strike="noStrike" dirty="0">
                        <a:solidFill>
                          <a:schemeClr val="tx1"/>
                        </a:solidFill>
                        <a:effectLst/>
                        <a:latin typeface="+mn-lt"/>
                      </a:endParaRPr>
                    </a:p>
                  </a:txBody>
                  <a:tcPr marL="7620" marR="7620" marT="7620" marB="0" anchor="b"/>
                </a:tc>
                <a:tc>
                  <a:txBody>
                    <a:bodyPr/>
                    <a:lstStyle/>
                    <a:p>
                      <a:pPr algn="ctr" fontAlgn="b"/>
                      <a:r>
                        <a:rPr lang="en-US" sz="1100" b="1" u="none" strike="noStrike" dirty="0">
                          <a:solidFill>
                            <a:schemeClr val="tx1"/>
                          </a:solidFill>
                          <a:effectLst/>
                          <a:latin typeface="+mn-lt"/>
                        </a:rPr>
                        <a:t> R&amp;M Spend  </a:t>
                      </a:r>
                      <a:endParaRPr lang="en-US" sz="1100" b="1" i="0" u="none" strike="noStrike" dirty="0">
                        <a:solidFill>
                          <a:schemeClr val="tx1"/>
                        </a:solidFill>
                        <a:effectLst/>
                        <a:latin typeface="+mn-lt"/>
                      </a:endParaRPr>
                    </a:p>
                  </a:txBody>
                  <a:tcPr marL="7620" marR="7620" marT="7620" marB="0" anchor="b"/>
                </a:tc>
                <a:tc>
                  <a:txBody>
                    <a:bodyPr/>
                    <a:lstStyle/>
                    <a:p>
                      <a:pPr algn="ctr" fontAlgn="b"/>
                      <a:r>
                        <a:rPr lang="en-US" sz="1100" b="1" i="0" u="none" strike="noStrike" dirty="0">
                          <a:solidFill>
                            <a:schemeClr val="tx1"/>
                          </a:solidFill>
                          <a:effectLst/>
                          <a:latin typeface="+mn-lt"/>
                        </a:rPr>
                        <a:t>Budget</a:t>
                      </a:r>
                    </a:p>
                  </a:txBody>
                  <a:tcPr marL="7620" marR="7620" marT="7620" marB="0" anchor="b"/>
                </a:tc>
                <a:extLst>
                  <a:ext uri="{0D108BD9-81ED-4DB2-BD59-A6C34878D82A}">
                    <a16:rowId xmlns:a16="http://schemas.microsoft.com/office/drawing/2014/main" val="736761272"/>
                  </a:ext>
                </a:extLst>
              </a:tr>
              <a:tr h="182880">
                <a:tc>
                  <a:txBody>
                    <a:bodyPr/>
                    <a:lstStyle/>
                    <a:p>
                      <a:pPr algn="ctr" fontAlgn="b"/>
                      <a:r>
                        <a:rPr lang="en-US" sz="1100" u="none" strike="noStrike" dirty="0">
                          <a:solidFill>
                            <a:schemeClr val="tx1"/>
                          </a:solidFill>
                          <a:effectLst/>
                          <a:latin typeface="+mn-lt"/>
                        </a:rPr>
                        <a:t>2022</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$ 330,814</a:t>
                      </a:r>
                    </a:p>
                  </a:txBody>
                  <a:tcPr marL="7620" marR="7620" marT="7620" marB="0" anchor="b"/>
                </a:tc>
                <a:tc>
                  <a:txBody>
                    <a:bodyPr/>
                    <a:lstStyle/>
                    <a:p>
                      <a:pPr algn="ctr" fontAlgn="b"/>
                      <a:r>
                        <a:rPr lang="en-US" sz="1100" b="0" i="0" u="none" strike="noStrike" dirty="0">
                          <a:solidFill>
                            <a:schemeClr val="tx1"/>
                          </a:solidFill>
                          <a:effectLst/>
                          <a:latin typeface="+mn-lt"/>
                        </a:rPr>
                        <a:t>$ 288,318</a:t>
                      </a:r>
                    </a:p>
                  </a:txBody>
                  <a:tcPr marL="7620" marR="7620" marT="7620" marB="0" anchor="b"/>
                </a:tc>
                <a:extLst>
                  <a:ext uri="{0D108BD9-81ED-4DB2-BD59-A6C34878D82A}">
                    <a16:rowId xmlns:a16="http://schemas.microsoft.com/office/drawing/2014/main" val="3673001112"/>
                  </a:ext>
                </a:extLst>
              </a:tr>
              <a:tr h="182880">
                <a:tc>
                  <a:txBody>
                    <a:bodyPr/>
                    <a:lstStyle/>
                    <a:p>
                      <a:pPr algn="ctr" fontAlgn="b"/>
                      <a:r>
                        <a:rPr lang="en-US" sz="1100" u="none" strike="noStrike" dirty="0">
                          <a:solidFill>
                            <a:schemeClr val="tx1"/>
                          </a:solidFill>
                          <a:effectLst/>
                          <a:latin typeface="+mn-lt"/>
                        </a:rPr>
                        <a:t>2023</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u="none" strike="noStrike" dirty="0">
                          <a:solidFill>
                            <a:schemeClr val="tx1"/>
                          </a:solidFill>
                          <a:effectLst/>
                          <a:latin typeface="+mn-lt"/>
                        </a:rPr>
                        <a:t>$ 311,789 </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$ 288,318</a:t>
                      </a:r>
                    </a:p>
                  </a:txBody>
                  <a:tcPr marL="7620" marR="7620" marT="7620" marB="0" anchor="b"/>
                </a:tc>
                <a:extLst>
                  <a:ext uri="{0D108BD9-81ED-4DB2-BD59-A6C34878D82A}">
                    <a16:rowId xmlns:a16="http://schemas.microsoft.com/office/drawing/2014/main" val="3868451255"/>
                  </a:ext>
                </a:extLst>
              </a:tr>
              <a:tr h="182880">
                <a:tc>
                  <a:txBody>
                    <a:bodyPr/>
                    <a:lstStyle/>
                    <a:p>
                      <a:pPr algn="ctr" fontAlgn="b"/>
                      <a:r>
                        <a:rPr lang="en-US" sz="1100" u="none" strike="noStrike" dirty="0">
                          <a:solidFill>
                            <a:schemeClr val="tx1"/>
                          </a:solidFill>
                          <a:effectLst/>
                          <a:latin typeface="+mn-lt"/>
                        </a:rPr>
                        <a:t>2024</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u="none" strike="noStrike" dirty="0">
                          <a:solidFill>
                            <a:schemeClr val="tx1"/>
                          </a:solidFill>
                          <a:effectLst/>
                          <a:latin typeface="+mn-lt"/>
                        </a:rPr>
                        <a:t>$ 388,137</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$ 288,318</a:t>
                      </a:r>
                    </a:p>
                  </a:txBody>
                  <a:tcPr marL="7620" marR="7620" marT="7620" marB="0" anchor="b"/>
                </a:tc>
                <a:extLst>
                  <a:ext uri="{0D108BD9-81ED-4DB2-BD59-A6C34878D82A}">
                    <a16:rowId xmlns:a16="http://schemas.microsoft.com/office/drawing/2014/main" val="97866869"/>
                  </a:ext>
                </a:extLst>
              </a:tr>
              <a:tr h="182880">
                <a:tc>
                  <a:txBody>
                    <a:bodyPr/>
                    <a:lstStyle/>
                    <a:p>
                      <a:pPr algn="ctr" fontAlgn="b"/>
                      <a:r>
                        <a:rPr lang="en-US" sz="1100" u="none" strike="noStrike" dirty="0">
                          <a:solidFill>
                            <a:schemeClr val="tx1"/>
                          </a:solidFill>
                          <a:effectLst/>
                          <a:latin typeface="+mn-lt"/>
                        </a:rPr>
                        <a:t>2025</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u="none" strike="noStrike" dirty="0">
                          <a:solidFill>
                            <a:schemeClr val="tx1"/>
                          </a:solidFill>
                          <a:effectLst/>
                          <a:latin typeface="+mn-lt"/>
                        </a:rPr>
                        <a:t>$ 422,661</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$ 291,980</a:t>
                      </a:r>
                    </a:p>
                  </a:txBody>
                  <a:tcPr marL="7620" marR="7620" marT="7620" marB="0" anchor="b"/>
                </a:tc>
                <a:extLst>
                  <a:ext uri="{0D108BD9-81ED-4DB2-BD59-A6C34878D82A}">
                    <a16:rowId xmlns:a16="http://schemas.microsoft.com/office/drawing/2014/main" val="1289305836"/>
                  </a:ext>
                </a:extLst>
              </a:tr>
              <a:tr h="182880">
                <a:tc>
                  <a:txBody>
                    <a:bodyPr/>
                    <a:lstStyle/>
                    <a:p>
                      <a:pPr algn="ctr" fontAlgn="b"/>
                      <a:r>
                        <a:rPr lang="en-US" sz="1100" b="0" i="0" u="none" strike="noStrike" dirty="0">
                          <a:solidFill>
                            <a:schemeClr val="tx1"/>
                          </a:solidFill>
                          <a:effectLst/>
                          <a:latin typeface="+mn-lt"/>
                        </a:rPr>
                        <a:t>2026</a:t>
                      </a:r>
                    </a:p>
                  </a:txBody>
                  <a:tcPr marL="7620" marR="7620" marT="7620" marB="0" anchor="b"/>
                </a:tc>
                <a:tc>
                  <a:txBody>
                    <a:bodyPr/>
                    <a:lstStyle/>
                    <a:p>
                      <a:pPr algn="ctr" fontAlgn="b"/>
                      <a:r>
                        <a:rPr lang="en-US" sz="1100" b="0" i="0" u="none" strike="noStrike" dirty="0">
                          <a:solidFill>
                            <a:schemeClr val="tx1"/>
                          </a:solidFill>
                          <a:effectLst/>
                          <a:latin typeface="+mn-lt"/>
                        </a:rPr>
                        <a:t>$ 388,176</a:t>
                      </a:r>
                    </a:p>
                  </a:txBody>
                  <a:tcPr marL="7620" marR="7620" marT="7620" marB="0" anchor="b"/>
                </a:tc>
                <a:tc>
                  <a:txBody>
                    <a:bodyPr/>
                    <a:lstStyle/>
                    <a:p>
                      <a:pPr algn="ctr" fontAlgn="b"/>
                      <a:r>
                        <a:rPr lang="en-US" sz="1100" b="0" i="0" u="none" strike="noStrike" dirty="0">
                          <a:solidFill>
                            <a:schemeClr val="tx1"/>
                          </a:solidFill>
                          <a:effectLst/>
                          <a:latin typeface="+mn-lt"/>
                        </a:rPr>
                        <a:t>$ 291,980</a:t>
                      </a:r>
                    </a:p>
                  </a:txBody>
                  <a:tcPr marL="7620" marR="7620" marT="7620" marB="0" anchor="b"/>
                </a:tc>
                <a:extLst>
                  <a:ext uri="{0D108BD9-81ED-4DB2-BD59-A6C34878D82A}">
                    <a16:rowId xmlns:a16="http://schemas.microsoft.com/office/drawing/2014/main" val="2760028579"/>
                  </a:ext>
                </a:extLst>
              </a:tr>
            </a:tbl>
          </a:graphicData>
        </a:graphic>
      </p:graphicFrame>
      <p:sp>
        <p:nvSpPr>
          <p:cNvPr id="15" name="Text Placeholder 2">
            <a:extLst>
              <a:ext uri="{FF2B5EF4-FFF2-40B4-BE49-F238E27FC236}">
                <a16:creationId xmlns:a16="http://schemas.microsoft.com/office/drawing/2014/main" id="{1D4A26A4-0D67-ED4B-320B-EECC497960A4}"/>
              </a:ext>
            </a:extLst>
          </p:cNvPr>
          <p:cNvSpPr txBox="1">
            <a:spLocks/>
          </p:cNvSpPr>
          <p:nvPr/>
        </p:nvSpPr>
        <p:spPr>
          <a:xfrm>
            <a:off x="239985" y="1676718"/>
            <a:ext cx="4312699" cy="4594225"/>
          </a:xfrm>
          <a:prstGeom prst="rect">
            <a:avLst/>
          </a:prstGeom>
        </p:spPr>
        <p:txBody>
          <a:bodyPr lIns="0" tIns="0" rIns="0" bIns="0"/>
          <a:lstStyle>
            <a:lvl1pPr marL="228600" indent="-228600" algn="l" defTabSz="914400" rtl="0" eaLnBrk="1" latinLnBrk="0" hangingPunct="1">
              <a:spcBef>
                <a:spcPct val="20000"/>
              </a:spcBef>
              <a:buFont typeface="Arial" pitchFamily="34" charset="0"/>
              <a:buNone/>
              <a:defRPr sz="1600" kern="1200">
                <a:solidFill>
                  <a:schemeClr val="tx1"/>
                </a:solidFill>
                <a:latin typeface="+mn-lt"/>
                <a:ea typeface="+mn-ea"/>
                <a:cs typeface="+mn-cs"/>
              </a:defRPr>
            </a:lvl1pPr>
            <a:lvl2pPr marL="4572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2pPr>
            <a:lvl3pPr marL="6858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3pPr>
            <a:lvl4pPr marL="9144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4pPr>
            <a:lvl5pPr marL="11430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itchFamily="34" charset="0"/>
              <a:buChar char="•"/>
            </a:pPr>
            <a:r>
              <a:rPr lang="en-US" sz="1200" dirty="0"/>
              <a:t>The number of CM and SR work orders has remained stable; however, R&amp;M costs continue to rise due to escalating material and labor expenses.</a:t>
            </a:r>
          </a:p>
          <a:p>
            <a:pPr marL="285750" indent="-285750">
              <a:buFont typeface="Arial" pitchFamily="34" charset="0"/>
              <a:buChar char="•"/>
            </a:pPr>
            <a:endParaRPr lang="en-US" sz="1200" dirty="0"/>
          </a:p>
          <a:p>
            <a:pPr marL="285750" indent="-285750">
              <a:buFont typeface="Arial" pitchFamily="34" charset="0"/>
              <a:buChar char="•"/>
            </a:pPr>
            <a:r>
              <a:rPr lang="en-US" sz="1200" dirty="0"/>
              <a:t>NAPCK did not receive any additional R&amp;M budget allocation in FY26, further tightening available resources amid increasing cost pressures.</a:t>
            </a:r>
          </a:p>
          <a:p>
            <a:pPr marL="285750" indent="-285750">
              <a:buFont typeface="Arial" pitchFamily="34" charset="0"/>
              <a:buChar char="•"/>
            </a:pPr>
            <a:endParaRPr lang="en-US" sz="1200" dirty="0"/>
          </a:p>
          <a:p>
            <a:pPr marL="285750" indent="-285750">
              <a:buFont typeface="Arial" pitchFamily="34" charset="0"/>
              <a:buChar char="•"/>
            </a:pPr>
            <a:r>
              <a:rPr lang="en-US" sz="1200" dirty="0"/>
              <a:t>I am requesting an additional $29,198.00 for the R&amp;M budget at NAPCK</a:t>
            </a:r>
          </a:p>
          <a:p>
            <a:pPr marL="285750" indent="-285750">
              <a:buFont typeface="Arial" pitchFamily="34" charset="0"/>
              <a:buChar char="•"/>
            </a:pPr>
            <a:endParaRPr lang="en-US" sz="1200" dirty="0"/>
          </a:p>
        </p:txBody>
      </p:sp>
      <p:sp>
        <p:nvSpPr>
          <p:cNvPr id="6" name="Title 1">
            <a:extLst>
              <a:ext uri="{FF2B5EF4-FFF2-40B4-BE49-F238E27FC236}">
                <a16:creationId xmlns:a16="http://schemas.microsoft.com/office/drawing/2014/main" id="{12AEB4B3-57B8-3B6B-C0B6-1E3DFE46204F}"/>
              </a:ext>
            </a:extLst>
          </p:cNvPr>
          <p:cNvSpPr txBox="1">
            <a:spLocks/>
          </p:cNvSpPr>
          <p:nvPr/>
        </p:nvSpPr>
        <p:spPr>
          <a:xfrm>
            <a:off x="601133" y="464345"/>
            <a:ext cx="8712199" cy="377825"/>
          </a:xfrm>
          <a:prstGeom prst="rect">
            <a:avLst/>
          </a:prstGeom>
        </p:spPr>
        <p:txBody>
          <a:bodyPr lIns="0" tIns="0" rIns="0" bIns="0" anchor="t"/>
          <a:lstStyle>
            <a:lvl1pPr algn="l" defTabSz="914400" rtl="0" eaLnBrk="1" latinLnBrk="0" hangingPunct="1">
              <a:spcBef>
                <a:spcPct val="0"/>
              </a:spcBef>
              <a:buNone/>
              <a:defRPr sz="2400" kern="1200">
                <a:solidFill>
                  <a:schemeClr val="accent6"/>
                </a:solidFill>
                <a:latin typeface="Arial" pitchFamily="34" charset="0"/>
                <a:ea typeface="+mj-ea"/>
                <a:cs typeface="Arial" pitchFamily="34" charset="0"/>
              </a:defRPr>
            </a:lvl1pPr>
          </a:lstStyle>
          <a:p>
            <a:r>
              <a:rPr lang="en-US" dirty="0"/>
              <a:t>Increased R&amp;M Costs Over Time at NAPCK</a:t>
            </a:r>
          </a:p>
        </p:txBody>
      </p:sp>
    </p:spTree>
    <p:extLst>
      <p:ext uri="{BB962C8B-B14F-4D97-AF65-F5344CB8AC3E}">
        <p14:creationId xmlns:p14="http://schemas.microsoft.com/office/powerpoint/2010/main" val="713213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C7E8E-EE3A-37E5-570C-E87FE584728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6A1330-C4AC-5013-B2E4-3DD0743D2509}"/>
              </a:ext>
            </a:extLst>
          </p:cNvPr>
          <p:cNvSpPr>
            <a:spLocks noGrp="1"/>
          </p:cNvSpPr>
          <p:nvPr>
            <p:ph type="sldNum" sz="quarter" idx="15"/>
          </p:nvPr>
        </p:nvSpPr>
        <p:spPr/>
        <p:txBody>
          <a:bodyPr/>
          <a:lstStyle/>
          <a:p>
            <a:fld id="{E1F4A1F2-62AF-4C70-94F1-AA2404434839}" type="slidenum">
              <a:rPr lang="en-US" smtClean="0"/>
              <a:pPr/>
              <a:t>5</a:t>
            </a:fld>
            <a:endParaRPr lang="en-US" dirty="0"/>
          </a:p>
        </p:txBody>
      </p:sp>
      <p:sp>
        <p:nvSpPr>
          <p:cNvPr id="8" name="Text Placeholder 7">
            <a:extLst>
              <a:ext uri="{FF2B5EF4-FFF2-40B4-BE49-F238E27FC236}">
                <a16:creationId xmlns:a16="http://schemas.microsoft.com/office/drawing/2014/main" id="{95A42683-880F-E01C-2A54-CC13C68DBCF6}"/>
              </a:ext>
            </a:extLst>
          </p:cNvPr>
          <p:cNvSpPr>
            <a:spLocks noGrp="1"/>
          </p:cNvSpPr>
          <p:nvPr>
            <p:ph type="body" sz="quarter" idx="13"/>
          </p:nvPr>
        </p:nvSpPr>
        <p:spPr/>
        <p:txBody>
          <a:bodyPr/>
          <a:lstStyle/>
          <a:p>
            <a:r>
              <a:rPr lang="en-US" dirty="0"/>
              <a:t>Analysis of R&amp;M cost Cincinnati</a:t>
            </a:r>
          </a:p>
        </p:txBody>
      </p:sp>
      <p:graphicFrame>
        <p:nvGraphicFramePr>
          <p:cNvPr id="10" name="Chart 9">
            <a:extLst>
              <a:ext uri="{FF2B5EF4-FFF2-40B4-BE49-F238E27FC236}">
                <a16:creationId xmlns:a16="http://schemas.microsoft.com/office/drawing/2014/main" id="{68304248-DC2F-7127-3864-1B67219E38C0}"/>
              </a:ext>
            </a:extLst>
          </p:cNvPr>
          <p:cNvGraphicFramePr>
            <a:graphicFrameLocks/>
          </p:cNvGraphicFramePr>
          <p:nvPr>
            <p:extLst>
              <p:ext uri="{D42A27DB-BD31-4B8C-83A1-F6EECF244321}">
                <p14:modId xmlns:p14="http://schemas.microsoft.com/office/powerpoint/2010/main" val="1496448795"/>
              </p:ext>
            </p:extLst>
          </p:nvPr>
        </p:nvGraphicFramePr>
        <p:xfrm>
          <a:off x="6383572" y="3957321"/>
          <a:ext cx="4573905" cy="276415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62A9913B-02D3-BB30-04A2-858328671C1E}"/>
              </a:ext>
            </a:extLst>
          </p:cNvPr>
          <p:cNvGraphicFramePr>
            <a:graphicFrameLocks/>
          </p:cNvGraphicFramePr>
          <p:nvPr>
            <p:extLst>
              <p:ext uri="{D42A27DB-BD31-4B8C-83A1-F6EECF244321}">
                <p14:modId xmlns:p14="http://schemas.microsoft.com/office/powerpoint/2010/main" val="409481059"/>
              </p:ext>
            </p:extLst>
          </p:nvPr>
        </p:nvGraphicFramePr>
        <p:xfrm>
          <a:off x="6385477" y="1209676"/>
          <a:ext cx="4572000" cy="27641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Table 12">
            <a:extLst>
              <a:ext uri="{FF2B5EF4-FFF2-40B4-BE49-F238E27FC236}">
                <a16:creationId xmlns:a16="http://schemas.microsoft.com/office/drawing/2014/main" id="{DE7E2DE7-4FF5-D743-474C-93F302A2CC0E}"/>
              </a:ext>
            </a:extLst>
          </p:cNvPr>
          <p:cNvGraphicFramePr>
            <a:graphicFrameLocks noGrp="1"/>
          </p:cNvGraphicFramePr>
          <p:nvPr>
            <p:extLst>
              <p:ext uri="{D42A27DB-BD31-4B8C-83A1-F6EECF244321}">
                <p14:modId xmlns:p14="http://schemas.microsoft.com/office/powerpoint/2010/main" val="2850947769"/>
              </p:ext>
            </p:extLst>
          </p:nvPr>
        </p:nvGraphicFramePr>
        <p:xfrm>
          <a:off x="4719108" y="1944688"/>
          <a:ext cx="1549400" cy="109728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294985807"/>
                    </a:ext>
                  </a:extLst>
                </a:gridCol>
                <a:gridCol w="939800">
                  <a:extLst>
                    <a:ext uri="{9D8B030D-6E8A-4147-A177-3AD203B41FA5}">
                      <a16:colId xmlns:a16="http://schemas.microsoft.com/office/drawing/2014/main" val="906997297"/>
                    </a:ext>
                  </a:extLst>
                </a:gridCol>
              </a:tblGrid>
              <a:tr h="182880">
                <a:tc>
                  <a:txBody>
                    <a:bodyPr/>
                    <a:lstStyle/>
                    <a:p>
                      <a:pPr algn="ctr" fontAlgn="b"/>
                      <a:r>
                        <a:rPr lang="en-US" sz="1100" b="1" u="none" strike="noStrike" dirty="0">
                          <a:solidFill>
                            <a:schemeClr val="tx1"/>
                          </a:solidFill>
                          <a:effectLst/>
                          <a:latin typeface="+mn-lt"/>
                        </a:rPr>
                        <a:t>Year </a:t>
                      </a:r>
                      <a:endParaRPr lang="en-US" sz="1100" b="1" i="0" u="none" strike="noStrike" dirty="0">
                        <a:solidFill>
                          <a:schemeClr val="tx1"/>
                        </a:solidFill>
                        <a:effectLst/>
                        <a:latin typeface="+mn-lt"/>
                      </a:endParaRPr>
                    </a:p>
                  </a:txBody>
                  <a:tcPr marL="7620" marR="7620" marT="7620" marB="0" anchor="b"/>
                </a:tc>
                <a:tc>
                  <a:txBody>
                    <a:bodyPr/>
                    <a:lstStyle/>
                    <a:p>
                      <a:pPr algn="ctr" fontAlgn="b"/>
                      <a:r>
                        <a:rPr lang="en-US" sz="1100" b="1" u="none" strike="noStrike" dirty="0">
                          <a:solidFill>
                            <a:schemeClr val="tx1"/>
                          </a:solidFill>
                          <a:effectLst/>
                          <a:latin typeface="+mn-lt"/>
                        </a:rPr>
                        <a:t>Total CM/SR </a:t>
                      </a:r>
                      <a:endParaRPr lang="en-US" sz="1100" b="1" i="0" u="none" strike="noStrike" dirty="0">
                        <a:solidFill>
                          <a:schemeClr val="tx1"/>
                        </a:solidFill>
                        <a:effectLst/>
                        <a:latin typeface="+mn-lt"/>
                      </a:endParaRPr>
                    </a:p>
                  </a:txBody>
                  <a:tcPr marL="7620" marR="7620" marT="7620" marB="0" anchor="b"/>
                </a:tc>
                <a:extLst>
                  <a:ext uri="{0D108BD9-81ED-4DB2-BD59-A6C34878D82A}">
                    <a16:rowId xmlns:a16="http://schemas.microsoft.com/office/drawing/2014/main" val="835084885"/>
                  </a:ext>
                </a:extLst>
              </a:tr>
              <a:tr h="182880">
                <a:tc>
                  <a:txBody>
                    <a:bodyPr/>
                    <a:lstStyle/>
                    <a:p>
                      <a:pPr algn="ctr" fontAlgn="b"/>
                      <a:r>
                        <a:rPr lang="en-US" sz="1100" u="none" strike="noStrike" dirty="0">
                          <a:solidFill>
                            <a:schemeClr val="tx1"/>
                          </a:solidFill>
                          <a:effectLst/>
                          <a:latin typeface="+mn-lt"/>
                        </a:rPr>
                        <a:t>2022</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309</a:t>
                      </a:r>
                    </a:p>
                  </a:txBody>
                  <a:tcPr marL="7620" marR="7620" marT="7620" marB="0" anchor="b"/>
                </a:tc>
                <a:extLst>
                  <a:ext uri="{0D108BD9-81ED-4DB2-BD59-A6C34878D82A}">
                    <a16:rowId xmlns:a16="http://schemas.microsoft.com/office/drawing/2014/main" val="3772625439"/>
                  </a:ext>
                </a:extLst>
              </a:tr>
              <a:tr h="182880">
                <a:tc>
                  <a:txBody>
                    <a:bodyPr/>
                    <a:lstStyle/>
                    <a:p>
                      <a:pPr algn="ctr" fontAlgn="b"/>
                      <a:r>
                        <a:rPr lang="en-US" sz="1100" u="none" strike="noStrike" dirty="0">
                          <a:solidFill>
                            <a:schemeClr val="tx1"/>
                          </a:solidFill>
                          <a:effectLst/>
                          <a:latin typeface="+mn-lt"/>
                        </a:rPr>
                        <a:t>2023</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244</a:t>
                      </a:r>
                    </a:p>
                  </a:txBody>
                  <a:tcPr marL="7620" marR="7620" marT="7620" marB="0" anchor="b"/>
                </a:tc>
                <a:extLst>
                  <a:ext uri="{0D108BD9-81ED-4DB2-BD59-A6C34878D82A}">
                    <a16:rowId xmlns:a16="http://schemas.microsoft.com/office/drawing/2014/main" val="2517359459"/>
                  </a:ext>
                </a:extLst>
              </a:tr>
              <a:tr h="182880">
                <a:tc>
                  <a:txBody>
                    <a:bodyPr/>
                    <a:lstStyle/>
                    <a:p>
                      <a:pPr algn="ctr" fontAlgn="b"/>
                      <a:r>
                        <a:rPr lang="en-US" sz="1100" u="none" strike="noStrike" dirty="0">
                          <a:solidFill>
                            <a:schemeClr val="tx1"/>
                          </a:solidFill>
                          <a:effectLst/>
                          <a:latin typeface="+mn-lt"/>
                        </a:rPr>
                        <a:t>2024</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215</a:t>
                      </a:r>
                    </a:p>
                  </a:txBody>
                  <a:tcPr marL="7620" marR="7620" marT="7620" marB="0" anchor="b"/>
                </a:tc>
                <a:extLst>
                  <a:ext uri="{0D108BD9-81ED-4DB2-BD59-A6C34878D82A}">
                    <a16:rowId xmlns:a16="http://schemas.microsoft.com/office/drawing/2014/main" val="2196459330"/>
                  </a:ext>
                </a:extLst>
              </a:tr>
              <a:tr h="182880">
                <a:tc>
                  <a:txBody>
                    <a:bodyPr/>
                    <a:lstStyle/>
                    <a:p>
                      <a:pPr algn="ctr" fontAlgn="b"/>
                      <a:r>
                        <a:rPr lang="en-US" sz="1100" u="none" strike="noStrike" dirty="0">
                          <a:solidFill>
                            <a:schemeClr val="tx1"/>
                          </a:solidFill>
                          <a:effectLst/>
                          <a:latin typeface="+mn-lt"/>
                        </a:rPr>
                        <a:t>2025</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202</a:t>
                      </a:r>
                    </a:p>
                  </a:txBody>
                  <a:tcPr marL="7620" marR="7620" marT="7620" marB="0" anchor="b"/>
                </a:tc>
                <a:extLst>
                  <a:ext uri="{0D108BD9-81ED-4DB2-BD59-A6C34878D82A}">
                    <a16:rowId xmlns:a16="http://schemas.microsoft.com/office/drawing/2014/main" val="2971234759"/>
                  </a:ext>
                </a:extLst>
              </a:tr>
              <a:tr h="182880">
                <a:tc>
                  <a:txBody>
                    <a:bodyPr/>
                    <a:lstStyle/>
                    <a:p>
                      <a:pPr algn="ctr" fontAlgn="b"/>
                      <a:r>
                        <a:rPr lang="en-US" sz="1100" b="0" i="0" u="none" strike="noStrike" dirty="0">
                          <a:solidFill>
                            <a:schemeClr val="tx1"/>
                          </a:solidFill>
                          <a:effectLst/>
                          <a:latin typeface="+mn-lt"/>
                        </a:rPr>
                        <a:t>2026</a:t>
                      </a:r>
                    </a:p>
                  </a:txBody>
                  <a:tcPr marL="7620" marR="7620" marT="7620" marB="0" anchor="b"/>
                </a:tc>
                <a:tc>
                  <a:txBody>
                    <a:bodyPr/>
                    <a:lstStyle/>
                    <a:p>
                      <a:pPr algn="ctr" fontAlgn="b"/>
                      <a:r>
                        <a:rPr lang="en-US" sz="1100" b="0" i="0" u="none" strike="noStrike" dirty="0">
                          <a:solidFill>
                            <a:schemeClr val="tx1"/>
                          </a:solidFill>
                          <a:effectLst/>
                          <a:latin typeface="+mn-lt"/>
                        </a:rPr>
                        <a:t>186</a:t>
                      </a:r>
                    </a:p>
                  </a:txBody>
                  <a:tcPr marL="7620" marR="7620" marT="7620" marB="0" anchor="b"/>
                </a:tc>
                <a:extLst>
                  <a:ext uri="{0D108BD9-81ED-4DB2-BD59-A6C34878D82A}">
                    <a16:rowId xmlns:a16="http://schemas.microsoft.com/office/drawing/2014/main" val="1613207177"/>
                  </a:ext>
                </a:extLst>
              </a:tr>
            </a:tbl>
          </a:graphicData>
        </a:graphic>
      </p:graphicFrame>
      <p:graphicFrame>
        <p:nvGraphicFramePr>
          <p:cNvPr id="14" name="Table 13">
            <a:extLst>
              <a:ext uri="{FF2B5EF4-FFF2-40B4-BE49-F238E27FC236}">
                <a16:creationId xmlns:a16="http://schemas.microsoft.com/office/drawing/2014/main" id="{7EDB474E-D407-0BEF-5746-B9C4F1B6BFCF}"/>
              </a:ext>
            </a:extLst>
          </p:cNvPr>
          <p:cNvGraphicFramePr>
            <a:graphicFrameLocks noGrp="1"/>
          </p:cNvGraphicFramePr>
          <p:nvPr>
            <p:extLst>
              <p:ext uri="{D42A27DB-BD31-4B8C-83A1-F6EECF244321}">
                <p14:modId xmlns:p14="http://schemas.microsoft.com/office/powerpoint/2010/main" val="621581278"/>
              </p:ext>
            </p:extLst>
          </p:nvPr>
        </p:nvGraphicFramePr>
        <p:xfrm>
          <a:off x="3767328" y="4619453"/>
          <a:ext cx="2501179" cy="1097280"/>
        </p:xfrm>
        <a:graphic>
          <a:graphicData uri="http://schemas.openxmlformats.org/drawingml/2006/table">
            <a:tbl>
              <a:tblPr>
                <a:tableStyleId>{5C22544A-7EE6-4342-B048-85BDC9FD1C3A}</a:tableStyleId>
              </a:tblPr>
              <a:tblGrid>
                <a:gridCol w="559773">
                  <a:extLst>
                    <a:ext uri="{9D8B030D-6E8A-4147-A177-3AD203B41FA5}">
                      <a16:colId xmlns:a16="http://schemas.microsoft.com/office/drawing/2014/main" val="2062219109"/>
                    </a:ext>
                  </a:extLst>
                </a:gridCol>
                <a:gridCol w="970703">
                  <a:extLst>
                    <a:ext uri="{9D8B030D-6E8A-4147-A177-3AD203B41FA5}">
                      <a16:colId xmlns:a16="http://schemas.microsoft.com/office/drawing/2014/main" val="3435151265"/>
                    </a:ext>
                  </a:extLst>
                </a:gridCol>
                <a:gridCol w="970703">
                  <a:extLst>
                    <a:ext uri="{9D8B030D-6E8A-4147-A177-3AD203B41FA5}">
                      <a16:colId xmlns:a16="http://schemas.microsoft.com/office/drawing/2014/main" val="1638761290"/>
                    </a:ext>
                  </a:extLst>
                </a:gridCol>
              </a:tblGrid>
              <a:tr h="182880">
                <a:tc>
                  <a:txBody>
                    <a:bodyPr/>
                    <a:lstStyle/>
                    <a:p>
                      <a:pPr algn="ctr" fontAlgn="b"/>
                      <a:r>
                        <a:rPr lang="en-US" sz="1100" b="1" u="none" strike="noStrike" dirty="0">
                          <a:solidFill>
                            <a:schemeClr val="tx1"/>
                          </a:solidFill>
                          <a:effectLst/>
                        </a:rPr>
                        <a:t>FY</a:t>
                      </a:r>
                      <a:endParaRPr lang="en-US" sz="1100" b="1"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b="1" u="none" strike="noStrike" dirty="0">
                          <a:solidFill>
                            <a:schemeClr val="tx1"/>
                          </a:solidFill>
                          <a:effectLst/>
                        </a:rPr>
                        <a:t> R&amp;M Spend  </a:t>
                      </a:r>
                      <a:endParaRPr lang="en-US" sz="1100" b="1"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b="1" i="0" u="none" strike="noStrike" dirty="0">
                          <a:solidFill>
                            <a:schemeClr val="tx1"/>
                          </a:solidFill>
                          <a:effectLst/>
                          <a:latin typeface="+mn-lt"/>
                        </a:rPr>
                        <a:t>Budget</a:t>
                      </a:r>
                    </a:p>
                  </a:txBody>
                  <a:tcPr marL="7620" marR="7620" marT="7620" marB="0" anchor="b"/>
                </a:tc>
                <a:extLst>
                  <a:ext uri="{0D108BD9-81ED-4DB2-BD59-A6C34878D82A}">
                    <a16:rowId xmlns:a16="http://schemas.microsoft.com/office/drawing/2014/main" val="736761272"/>
                  </a:ext>
                </a:extLst>
              </a:tr>
              <a:tr h="182880">
                <a:tc>
                  <a:txBody>
                    <a:bodyPr/>
                    <a:lstStyle/>
                    <a:p>
                      <a:pPr algn="ctr" fontAlgn="b"/>
                      <a:r>
                        <a:rPr lang="en-US" sz="1100" u="none" strike="noStrike" dirty="0">
                          <a:solidFill>
                            <a:schemeClr val="tx1"/>
                          </a:solidFill>
                          <a:effectLst/>
                        </a:rPr>
                        <a:t>2022</a:t>
                      </a:r>
                      <a:endParaRPr lang="en-US" sz="11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u="none" strike="noStrike" dirty="0">
                          <a:solidFill>
                            <a:schemeClr val="tx1"/>
                          </a:solidFill>
                          <a:effectLst/>
                          <a:latin typeface="+mn-lt"/>
                        </a:rPr>
                        <a:t> $ 86,256 </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$ 91,640</a:t>
                      </a:r>
                    </a:p>
                  </a:txBody>
                  <a:tcPr marL="7620" marR="7620" marT="7620" marB="0" anchor="b"/>
                </a:tc>
                <a:extLst>
                  <a:ext uri="{0D108BD9-81ED-4DB2-BD59-A6C34878D82A}">
                    <a16:rowId xmlns:a16="http://schemas.microsoft.com/office/drawing/2014/main" val="3673001112"/>
                  </a:ext>
                </a:extLst>
              </a:tr>
              <a:tr h="182880">
                <a:tc>
                  <a:txBody>
                    <a:bodyPr/>
                    <a:lstStyle/>
                    <a:p>
                      <a:pPr algn="ctr" fontAlgn="b"/>
                      <a:r>
                        <a:rPr lang="en-US" sz="1100" u="none" strike="noStrike" dirty="0">
                          <a:solidFill>
                            <a:schemeClr val="tx1"/>
                          </a:solidFill>
                          <a:effectLst/>
                        </a:rPr>
                        <a:t>2023</a:t>
                      </a:r>
                      <a:endParaRPr lang="en-US" sz="11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u="none" strike="noStrike" dirty="0">
                          <a:solidFill>
                            <a:schemeClr val="tx1"/>
                          </a:solidFill>
                          <a:effectLst/>
                          <a:latin typeface="+mn-lt"/>
                        </a:rPr>
                        <a:t> $ 177,611 </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$ 91,640</a:t>
                      </a:r>
                    </a:p>
                  </a:txBody>
                  <a:tcPr marL="7620" marR="7620" marT="7620" marB="0" anchor="b"/>
                </a:tc>
                <a:extLst>
                  <a:ext uri="{0D108BD9-81ED-4DB2-BD59-A6C34878D82A}">
                    <a16:rowId xmlns:a16="http://schemas.microsoft.com/office/drawing/2014/main" val="3868451255"/>
                  </a:ext>
                </a:extLst>
              </a:tr>
              <a:tr h="182880">
                <a:tc>
                  <a:txBody>
                    <a:bodyPr/>
                    <a:lstStyle/>
                    <a:p>
                      <a:pPr algn="ctr" fontAlgn="b"/>
                      <a:r>
                        <a:rPr lang="en-US" sz="1100" u="none" strike="noStrike" dirty="0">
                          <a:solidFill>
                            <a:schemeClr val="tx1"/>
                          </a:solidFill>
                          <a:effectLst/>
                        </a:rPr>
                        <a:t>2024</a:t>
                      </a:r>
                      <a:endParaRPr lang="en-US" sz="11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u="none" strike="noStrike" dirty="0">
                          <a:solidFill>
                            <a:schemeClr val="tx1"/>
                          </a:solidFill>
                          <a:effectLst/>
                          <a:latin typeface="+mn-lt"/>
                        </a:rPr>
                        <a:t> $ 117421 </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$ 91,640</a:t>
                      </a:r>
                    </a:p>
                  </a:txBody>
                  <a:tcPr marL="7620" marR="7620" marT="7620" marB="0" anchor="b"/>
                </a:tc>
                <a:extLst>
                  <a:ext uri="{0D108BD9-81ED-4DB2-BD59-A6C34878D82A}">
                    <a16:rowId xmlns:a16="http://schemas.microsoft.com/office/drawing/2014/main" val="97866869"/>
                  </a:ext>
                </a:extLst>
              </a:tr>
              <a:tr h="182880">
                <a:tc>
                  <a:txBody>
                    <a:bodyPr/>
                    <a:lstStyle/>
                    <a:p>
                      <a:pPr algn="ctr" fontAlgn="b"/>
                      <a:r>
                        <a:rPr lang="en-US" sz="1100" u="none" strike="noStrike" dirty="0">
                          <a:solidFill>
                            <a:schemeClr val="tx1"/>
                          </a:solidFill>
                          <a:effectLst/>
                        </a:rPr>
                        <a:t>2025</a:t>
                      </a:r>
                      <a:endParaRPr lang="en-US" sz="11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1100" u="none" strike="noStrike" dirty="0">
                          <a:solidFill>
                            <a:schemeClr val="tx1"/>
                          </a:solidFill>
                          <a:effectLst/>
                          <a:latin typeface="+mn-lt"/>
                        </a:rPr>
                        <a:t> $ 114,221 </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$ 104,000</a:t>
                      </a:r>
                    </a:p>
                  </a:txBody>
                  <a:tcPr marL="7620" marR="7620" marT="7620" marB="0" anchor="b"/>
                </a:tc>
                <a:extLst>
                  <a:ext uri="{0D108BD9-81ED-4DB2-BD59-A6C34878D82A}">
                    <a16:rowId xmlns:a16="http://schemas.microsoft.com/office/drawing/2014/main" val="1289305836"/>
                  </a:ext>
                </a:extLst>
              </a:tr>
              <a:tr h="182880">
                <a:tc>
                  <a:txBody>
                    <a:bodyPr/>
                    <a:lstStyle/>
                    <a:p>
                      <a:pPr algn="ctr" fontAlgn="b"/>
                      <a:r>
                        <a:rPr lang="en-US" sz="1100" b="0" i="0" u="none" strike="noStrike" dirty="0">
                          <a:solidFill>
                            <a:schemeClr val="tx1"/>
                          </a:solidFill>
                          <a:effectLst/>
                          <a:latin typeface="+mn-lt"/>
                        </a:rPr>
                        <a:t>2026</a:t>
                      </a:r>
                    </a:p>
                  </a:txBody>
                  <a:tcPr marL="7620" marR="7620" marT="7620" marB="0" anchor="b"/>
                </a:tc>
                <a:tc>
                  <a:txBody>
                    <a:bodyPr/>
                    <a:lstStyle/>
                    <a:p>
                      <a:pPr algn="ctr" fontAlgn="b"/>
                      <a:r>
                        <a:rPr lang="en-US" sz="1100" b="0" i="0" u="none" strike="noStrike" dirty="0">
                          <a:solidFill>
                            <a:schemeClr val="tx1"/>
                          </a:solidFill>
                          <a:effectLst/>
                          <a:latin typeface="+mn-lt"/>
                        </a:rPr>
                        <a:t>$ 144,221</a:t>
                      </a:r>
                    </a:p>
                  </a:txBody>
                  <a:tcPr marL="7620" marR="7620" marT="7620" marB="0" anchor="b"/>
                </a:tc>
                <a:tc>
                  <a:txBody>
                    <a:bodyPr/>
                    <a:lstStyle/>
                    <a:p>
                      <a:pPr algn="ctr" fontAlgn="b"/>
                      <a:r>
                        <a:rPr lang="en-US" sz="1100" b="0" i="0" u="none" strike="noStrike" dirty="0">
                          <a:solidFill>
                            <a:schemeClr val="tx1"/>
                          </a:solidFill>
                          <a:effectLst/>
                          <a:latin typeface="+mn-lt"/>
                        </a:rPr>
                        <a:t>$ 109,000</a:t>
                      </a:r>
                    </a:p>
                  </a:txBody>
                  <a:tcPr marL="7620" marR="7620" marT="7620" marB="0" anchor="b"/>
                </a:tc>
                <a:extLst>
                  <a:ext uri="{0D108BD9-81ED-4DB2-BD59-A6C34878D82A}">
                    <a16:rowId xmlns:a16="http://schemas.microsoft.com/office/drawing/2014/main" val="1462639677"/>
                  </a:ext>
                </a:extLst>
              </a:tr>
            </a:tbl>
          </a:graphicData>
        </a:graphic>
      </p:graphicFrame>
      <p:sp>
        <p:nvSpPr>
          <p:cNvPr id="15" name="Text Placeholder 2">
            <a:extLst>
              <a:ext uri="{FF2B5EF4-FFF2-40B4-BE49-F238E27FC236}">
                <a16:creationId xmlns:a16="http://schemas.microsoft.com/office/drawing/2014/main" id="{70439423-0C70-7E4A-C6BF-A2F755723B22}"/>
              </a:ext>
            </a:extLst>
          </p:cNvPr>
          <p:cNvSpPr txBox="1">
            <a:spLocks/>
          </p:cNvSpPr>
          <p:nvPr/>
        </p:nvSpPr>
        <p:spPr>
          <a:xfrm>
            <a:off x="239985" y="1676718"/>
            <a:ext cx="4312699" cy="4594225"/>
          </a:xfrm>
          <a:prstGeom prst="rect">
            <a:avLst/>
          </a:prstGeom>
        </p:spPr>
        <p:txBody>
          <a:bodyPr lIns="0" tIns="0" rIns="0" bIns="0"/>
          <a:lstStyle>
            <a:lvl1pPr marL="228600" indent="-228600" algn="l" defTabSz="914400" rtl="0" eaLnBrk="1" latinLnBrk="0" hangingPunct="1">
              <a:spcBef>
                <a:spcPct val="20000"/>
              </a:spcBef>
              <a:buFont typeface="Arial" pitchFamily="34" charset="0"/>
              <a:buNone/>
              <a:defRPr sz="1600" kern="1200">
                <a:solidFill>
                  <a:schemeClr val="tx1"/>
                </a:solidFill>
                <a:latin typeface="+mn-lt"/>
                <a:ea typeface="+mn-ea"/>
                <a:cs typeface="+mn-cs"/>
              </a:defRPr>
            </a:lvl1pPr>
            <a:lvl2pPr marL="4572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2pPr>
            <a:lvl3pPr marL="6858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3pPr>
            <a:lvl4pPr marL="9144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4pPr>
            <a:lvl5pPr marL="11430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itchFamily="34" charset="0"/>
              <a:buChar char="•"/>
            </a:pPr>
            <a:r>
              <a:rPr lang="en-US" sz="1200" dirty="0"/>
              <a:t>Although CM and SR work orders have declined, R&amp;M expenses have not followed suit—continuing to rise due to increased material, labor, and service costs.</a:t>
            </a:r>
          </a:p>
          <a:p>
            <a:pPr marL="285750" indent="-285750">
              <a:buFont typeface="Arial" pitchFamily="34" charset="0"/>
              <a:buChar char="•"/>
            </a:pPr>
            <a:endParaRPr lang="en-US" sz="1200" dirty="0"/>
          </a:p>
          <a:p>
            <a:pPr marL="285750" indent="-285750">
              <a:buFont typeface="Arial" pitchFamily="34" charset="0"/>
              <a:buChar char="•"/>
            </a:pPr>
            <a:r>
              <a:rPr lang="en-US" sz="1200" dirty="0"/>
              <a:t>Cincinnati did not receive any additional R&amp;M budget allocation in FY26, limiting the ability to offset these ongoing cost escalations.</a:t>
            </a:r>
          </a:p>
          <a:p>
            <a:pPr marL="285750" indent="-285750">
              <a:buFont typeface="Arial" pitchFamily="34" charset="0"/>
              <a:buChar char="•"/>
            </a:pPr>
            <a:endParaRPr lang="en-US" sz="1200" dirty="0"/>
          </a:p>
          <a:p>
            <a:pPr marL="285750" indent="-285750">
              <a:buFont typeface="Arial" pitchFamily="34" charset="0"/>
              <a:buChar char="•"/>
            </a:pPr>
            <a:r>
              <a:rPr lang="en-US" sz="1200" dirty="0"/>
              <a:t>I am requesting an additional $19,620.00 for the R&amp;M budget at Cincinnati.</a:t>
            </a:r>
          </a:p>
          <a:p>
            <a:pPr marL="285750" indent="-285750">
              <a:buFont typeface="Arial" pitchFamily="34" charset="0"/>
              <a:buChar char="•"/>
            </a:pPr>
            <a:endParaRPr lang="en-US" sz="1200" dirty="0">
              <a:solidFill>
                <a:schemeClr val="tx1">
                  <a:lumMod val="50000"/>
                </a:schemeClr>
              </a:solidFill>
            </a:endParaRPr>
          </a:p>
          <a:p>
            <a:pPr marL="0" indent="0"/>
            <a:endParaRPr lang="en-US" sz="1200" dirty="0">
              <a:solidFill>
                <a:srgbClr val="FF0000"/>
              </a:solidFill>
            </a:endParaRPr>
          </a:p>
          <a:p>
            <a:pPr marL="285750" indent="-285750">
              <a:buFont typeface="Arial" pitchFamily="34" charset="0"/>
              <a:buChar char="•"/>
            </a:pPr>
            <a:endParaRPr lang="en-US" sz="1200" dirty="0"/>
          </a:p>
          <a:p>
            <a:pPr marL="285750" indent="-285750">
              <a:buFont typeface="Arial" pitchFamily="34" charset="0"/>
              <a:buChar char="•"/>
            </a:pPr>
            <a:endParaRPr lang="en-US" sz="1200" dirty="0"/>
          </a:p>
        </p:txBody>
      </p:sp>
      <p:sp>
        <p:nvSpPr>
          <p:cNvPr id="6" name="Title 1">
            <a:extLst>
              <a:ext uri="{FF2B5EF4-FFF2-40B4-BE49-F238E27FC236}">
                <a16:creationId xmlns:a16="http://schemas.microsoft.com/office/drawing/2014/main" id="{700D5ED6-A301-86AE-90D0-0BCA6EC4AEAD}"/>
              </a:ext>
            </a:extLst>
          </p:cNvPr>
          <p:cNvSpPr txBox="1">
            <a:spLocks/>
          </p:cNvSpPr>
          <p:nvPr/>
        </p:nvSpPr>
        <p:spPr>
          <a:xfrm>
            <a:off x="601133" y="464345"/>
            <a:ext cx="8712199" cy="377825"/>
          </a:xfrm>
          <a:prstGeom prst="rect">
            <a:avLst/>
          </a:prstGeom>
        </p:spPr>
        <p:txBody>
          <a:bodyPr lIns="0" tIns="0" rIns="0" bIns="0" anchor="t"/>
          <a:lstStyle>
            <a:lvl1pPr algn="l" defTabSz="914400" rtl="0" eaLnBrk="1" latinLnBrk="0" hangingPunct="1">
              <a:spcBef>
                <a:spcPct val="0"/>
              </a:spcBef>
              <a:buNone/>
              <a:defRPr sz="2400" kern="1200">
                <a:solidFill>
                  <a:schemeClr val="accent6"/>
                </a:solidFill>
                <a:latin typeface="Arial" pitchFamily="34" charset="0"/>
                <a:ea typeface="+mj-ea"/>
                <a:cs typeface="Arial" pitchFamily="34" charset="0"/>
              </a:defRPr>
            </a:lvl1pPr>
          </a:lstStyle>
          <a:p>
            <a:r>
              <a:rPr lang="en-US" dirty="0"/>
              <a:t>Increased R&amp;M Costs Over Time at Cincinnati</a:t>
            </a:r>
          </a:p>
        </p:txBody>
      </p:sp>
    </p:spTree>
    <p:extLst>
      <p:ext uri="{BB962C8B-B14F-4D97-AF65-F5344CB8AC3E}">
        <p14:creationId xmlns:p14="http://schemas.microsoft.com/office/powerpoint/2010/main" val="3461348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7E15F-1717-9AF6-9126-26AE39AAAD9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E884B9-39EB-1141-89AE-03CD89246D25}"/>
              </a:ext>
            </a:extLst>
          </p:cNvPr>
          <p:cNvSpPr>
            <a:spLocks noGrp="1"/>
          </p:cNvSpPr>
          <p:nvPr>
            <p:ph type="sldNum" sz="quarter" idx="15"/>
          </p:nvPr>
        </p:nvSpPr>
        <p:spPr/>
        <p:txBody>
          <a:bodyPr/>
          <a:lstStyle/>
          <a:p>
            <a:fld id="{E1F4A1F2-62AF-4C70-94F1-AA2404434839}" type="slidenum">
              <a:rPr lang="en-US" smtClean="0"/>
              <a:pPr/>
              <a:t>6</a:t>
            </a:fld>
            <a:endParaRPr lang="en-US" dirty="0"/>
          </a:p>
        </p:txBody>
      </p:sp>
      <p:sp>
        <p:nvSpPr>
          <p:cNvPr id="8" name="Text Placeholder 7">
            <a:extLst>
              <a:ext uri="{FF2B5EF4-FFF2-40B4-BE49-F238E27FC236}">
                <a16:creationId xmlns:a16="http://schemas.microsoft.com/office/drawing/2014/main" id="{6C3260C7-CF66-1F29-B904-F4F3964302B1}"/>
              </a:ext>
            </a:extLst>
          </p:cNvPr>
          <p:cNvSpPr>
            <a:spLocks noGrp="1"/>
          </p:cNvSpPr>
          <p:nvPr>
            <p:ph type="body" sz="quarter" idx="13"/>
          </p:nvPr>
        </p:nvSpPr>
        <p:spPr/>
        <p:txBody>
          <a:bodyPr/>
          <a:lstStyle/>
          <a:p>
            <a:r>
              <a:rPr lang="en-US" dirty="0"/>
              <a:t>Analysis of R&amp;M cost TLS Georgetown</a:t>
            </a:r>
          </a:p>
        </p:txBody>
      </p:sp>
      <p:graphicFrame>
        <p:nvGraphicFramePr>
          <p:cNvPr id="10" name="Chart 9">
            <a:extLst>
              <a:ext uri="{FF2B5EF4-FFF2-40B4-BE49-F238E27FC236}">
                <a16:creationId xmlns:a16="http://schemas.microsoft.com/office/drawing/2014/main" id="{1D46EDD1-4430-6537-5A03-E073505B711C}"/>
              </a:ext>
            </a:extLst>
          </p:cNvPr>
          <p:cNvGraphicFramePr>
            <a:graphicFrameLocks/>
          </p:cNvGraphicFramePr>
          <p:nvPr>
            <p:extLst>
              <p:ext uri="{D42A27DB-BD31-4B8C-83A1-F6EECF244321}">
                <p14:modId xmlns:p14="http://schemas.microsoft.com/office/powerpoint/2010/main" val="2410816205"/>
              </p:ext>
            </p:extLst>
          </p:nvPr>
        </p:nvGraphicFramePr>
        <p:xfrm>
          <a:off x="6383572" y="3957321"/>
          <a:ext cx="4573905" cy="276415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49F508FC-89A0-7C38-8B41-F3790E296FB0}"/>
              </a:ext>
            </a:extLst>
          </p:cNvPr>
          <p:cNvGraphicFramePr>
            <a:graphicFrameLocks/>
          </p:cNvGraphicFramePr>
          <p:nvPr>
            <p:extLst>
              <p:ext uri="{D42A27DB-BD31-4B8C-83A1-F6EECF244321}">
                <p14:modId xmlns:p14="http://schemas.microsoft.com/office/powerpoint/2010/main" val="2225340030"/>
              </p:ext>
            </p:extLst>
          </p:nvPr>
        </p:nvGraphicFramePr>
        <p:xfrm>
          <a:off x="6385477" y="1209676"/>
          <a:ext cx="4572000" cy="27641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Table 12">
            <a:extLst>
              <a:ext uri="{FF2B5EF4-FFF2-40B4-BE49-F238E27FC236}">
                <a16:creationId xmlns:a16="http://schemas.microsoft.com/office/drawing/2014/main" id="{5CCCB2C6-DEC0-A2B9-ABF7-53A7EFC30574}"/>
              </a:ext>
            </a:extLst>
          </p:cNvPr>
          <p:cNvGraphicFramePr>
            <a:graphicFrameLocks noGrp="1"/>
          </p:cNvGraphicFramePr>
          <p:nvPr>
            <p:extLst>
              <p:ext uri="{D42A27DB-BD31-4B8C-83A1-F6EECF244321}">
                <p14:modId xmlns:p14="http://schemas.microsoft.com/office/powerpoint/2010/main" val="3483960855"/>
              </p:ext>
            </p:extLst>
          </p:nvPr>
        </p:nvGraphicFramePr>
        <p:xfrm>
          <a:off x="4719108" y="1944688"/>
          <a:ext cx="1549400" cy="109728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294985807"/>
                    </a:ext>
                  </a:extLst>
                </a:gridCol>
                <a:gridCol w="939800">
                  <a:extLst>
                    <a:ext uri="{9D8B030D-6E8A-4147-A177-3AD203B41FA5}">
                      <a16:colId xmlns:a16="http://schemas.microsoft.com/office/drawing/2014/main" val="906997297"/>
                    </a:ext>
                  </a:extLst>
                </a:gridCol>
              </a:tblGrid>
              <a:tr h="182880">
                <a:tc>
                  <a:txBody>
                    <a:bodyPr/>
                    <a:lstStyle/>
                    <a:p>
                      <a:pPr algn="ctr" fontAlgn="b"/>
                      <a:r>
                        <a:rPr lang="en-US" sz="1100" b="1" u="none" strike="noStrike" dirty="0">
                          <a:solidFill>
                            <a:schemeClr val="tx1"/>
                          </a:solidFill>
                          <a:effectLst/>
                          <a:latin typeface="+mn-lt"/>
                        </a:rPr>
                        <a:t>Year </a:t>
                      </a:r>
                      <a:endParaRPr lang="en-US" sz="1100" b="1" i="0" u="none" strike="noStrike" dirty="0">
                        <a:solidFill>
                          <a:schemeClr val="tx1"/>
                        </a:solidFill>
                        <a:effectLst/>
                        <a:latin typeface="+mn-lt"/>
                      </a:endParaRPr>
                    </a:p>
                  </a:txBody>
                  <a:tcPr marL="7620" marR="7620" marT="7620" marB="0" anchor="b"/>
                </a:tc>
                <a:tc>
                  <a:txBody>
                    <a:bodyPr/>
                    <a:lstStyle/>
                    <a:p>
                      <a:pPr algn="ctr" fontAlgn="b"/>
                      <a:r>
                        <a:rPr lang="en-US" sz="1100" b="1" u="none" strike="noStrike" dirty="0">
                          <a:solidFill>
                            <a:schemeClr val="tx1"/>
                          </a:solidFill>
                          <a:effectLst/>
                          <a:latin typeface="+mn-lt"/>
                        </a:rPr>
                        <a:t>Total CM/SR </a:t>
                      </a:r>
                      <a:endParaRPr lang="en-US" sz="1100" b="1" i="0" u="none" strike="noStrike" dirty="0">
                        <a:solidFill>
                          <a:schemeClr val="tx1"/>
                        </a:solidFill>
                        <a:effectLst/>
                        <a:latin typeface="+mn-lt"/>
                      </a:endParaRPr>
                    </a:p>
                  </a:txBody>
                  <a:tcPr marL="7620" marR="7620" marT="7620" marB="0" anchor="b"/>
                </a:tc>
                <a:extLst>
                  <a:ext uri="{0D108BD9-81ED-4DB2-BD59-A6C34878D82A}">
                    <a16:rowId xmlns:a16="http://schemas.microsoft.com/office/drawing/2014/main" val="835084885"/>
                  </a:ext>
                </a:extLst>
              </a:tr>
              <a:tr h="182880">
                <a:tc>
                  <a:txBody>
                    <a:bodyPr/>
                    <a:lstStyle/>
                    <a:p>
                      <a:pPr algn="ctr" fontAlgn="b"/>
                      <a:r>
                        <a:rPr lang="en-US" sz="1100" u="none" strike="noStrike" dirty="0">
                          <a:solidFill>
                            <a:schemeClr val="tx1"/>
                          </a:solidFill>
                          <a:effectLst/>
                          <a:latin typeface="+mn-lt"/>
                        </a:rPr>
                        <a:t>2022</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333</a:t>
                      </a:r>
                    </a:p>
                  </a:txBody>
                  <a:tcPr marL="7620" marR="7620" marT="7620" marB="0" anchor="b"/>
                </a:tc>
                <a:extLst>
                  <a:ext uri="{0D108BD9-81ED-4DB2-BD59-A6C34878D82A}">
                    <a16:rowId xmlns:a16="http://schemas.microsoft.com/office/drawing/2014/main" val="3772625439"/>
                  </a:ext>
                </a:extLst>
              </a:tr>
              <a:tr h="182880">
                <a:tc>
                  <a:txBody>
                    <a:bodyPr/>
                    <a:lstStyle/>
                    <a:p>
                      <a:pPr algn="ctr" fontAlgn="b"/>
                      <a:r>
                        <a:rPr lang="en-US" sz="1100" u="none" strike="noStrike" dirty="0">
                          <a:solidFill>
                            <a:schemeClr val="tx1"/>
                          </a:solidFill>
                          <a:effectLst/>
                          <a:latin typeface="+mn-lt"/>
                        </a:rPr>
                        <a:t>2023</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286</a:t>
                      </a:r>
                    </a:p>
                  </a:txBody>
                  <a:tcPr marL="7620" marR="7620" marT="7620" marB="0" anchor="b"/>
                </a:tc>
                <a:extLst>
                  <a:ext uri="{0D108BD9-81ED-4DB2-BD59-A6C34878D82A}">
                    <a16:rowId xmlns:a16="http://schemas.microsoft.com/office/drawing/2014/main" val="2517359459"/>
                  </a:ext>
                </a:extLst>
              </a:tr>
              <a:tr h="182880">
                <a:tc>
                  <a:txBody>
                    <a:bodyPr/>
                    <a:lstStyle/>
                    <a:p>
                      <a:pPr algn="ctr" fontAlgn="b"/>
                      <a:r>
                        <a:rPr lang="en-US" sz="1100" u="none" strike="noStrike" dirty="0">
                          <a:solidFill>
                            <a:schemeClr val="tx1"/>
                          </a:solidFill>
                          <a:effectLst/>
                          <a:latin typeface="+mn-lt"/>
                        </a:rPr>
                        <a:t>2024</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307</a:t>
                      </a:r>
                    </a:p>
                  </a:txBody>
                  <a:tcPr marL="7620" marR="7620" marT="7620" marB="0" anchor="b"/>
                </a:tc>
                <a:extLst>
                  <a:ext uri="{0D108BD9-81ED-4DB2-BD59-A6C34878D82A}">
                    <a16:rowId xmlns:a16="http://schemas.microsoft.com/office/drawing/2014/main" val="2196459330"/>
                  </a:ext>
                </a:extLst>
              </a:tr>
              <a:tr h="182880">
                <a:tc>
                  <a:txBody>
                    <a:bodyPr/>
                    <a:lstStyle/>
                    <a:p>
                      <a:pPr algn="ctr" fontAlgn="b"/>
                      <a:r>
                        <a:rPr lang="en-US" sz="1100" u="none" strike="noStrike" dirty="0">
                          <a:solidFill>
                            <a:schemeClr val="tx1"/>
                          </a:solidFill>
                          <a:effectLst/>
                          <a:latin typeface="+mn-lt"/>
                        </a:rPr>
                        <a:t>2025</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341</a:t>
                      </a:r>
                    </a:p>
                  </a:txBody>
                  <a:tcPr marL="7620" marR="7620" marT="7620" marB="0" anchor="b"/>
                </a:tc>
                <a:extLst>
                  <a:ext uri="{0D108BD9-81ED-4DB2-BD59-A6C34878D82A}">
                    <a16:rowId xmlns:a16="http://schemas.microsoft.com/office/drawing/2014/main" val="2971234759"/>
                  </a:ext>
                </a:extLst>
              </a:tr>
              <a:tr h="182880">
                <a:tc>
                  <a:txBody>
                    <a:bodyPr/>
                    <a:lstStyle/>
                    <a:p>
                      <a:pPr algn="ctr" fontAlgn="b"/>
                      <a:r>
                        <a:rPr lang="en-US" sz="1100" b="0" i="0" u="none" strike="noStrike" dirty="0">
                          <a:solidFill>
                            <a:schemeClr val="tx1"/>
                          </a:solidFill>
                          <a:effectLst/>
                          <a:latin typeface="+mn-lt"/>
                        </a:rPr>
                        <a:t>2026</a:t>
                      </a:r>
                    </a:p>
                  </a:txBody>
                  <a:tcPr marL="7620" marR="7620" marT="7620" marB="0" anchor="b"/>
                </a:tc>
                <a:tc>
                  <a:txBody>
                    <a:bodyPr/>
                    <a:lstStyle/>
                    <a:p>
                      <a:pPr algn="ctr" fontAlgn="b"/>
                      <a:r>
                        <a:rPr lang="en-US" sz="1100" b="0" i="0" u="none" strike="noStrike" dirty="0">
                          <a:solidFill>
                            <a:schemeClr val="tx1"/>
                          </a:solidFill>
                          <a:effectLst/>
                          <a:latin typeface="+mn-lt"/>
                        </a:rPr>
                        <a:t>350</a:t>
                      </a:r>
                    </a:p>
                  </a:txBody>
                  <a:tcPr marL="7620" marR="7620" marT="7620" marB="0" anchor="b"/>
                </a:tc>
                <a:extLst>
                  <a:ext uri="{0D108BD9-81ED-4DB2-BD59-A6C34878D82A}">
                    <a16:rowId xmlns:a16="http://schemas.microsoft.com/office/drawing/2014/main" val="1613207177"/>
                  </a:ext>
                </a:extLst>
              </a:tr>
            </a:tbl>
          </a:graphicData>
        </a:graphic>
      </p:graphicFrame>
      <p:graphicFrame>
        <p:nvGraphicFramePr>
          <p:cNvPr id="14" name="Table 13">
            <a:extLst>
              <a:ext uri="{FF2B5EF4-FFF2-40B4-BE49-F238E27FC236}">
                <a16:creationId xmlns:a16="http://schemas.microsoft.com/office/drawing/2014/main" id="{99FC2E73-2712-9CE0-1B7F-CAFE7B0A0554}"/>
              </a:ext>
            </a:extLst>
          </p:cNvPr>
          <p:cNvGraphicFramePr>
            <a:graphicFrameLocks noGrp="1"/>
          </p:cNvGraphicFramePr>
          <p:nvPr>
            <p:extLst>
              <p:ext uri="{D42A27DB-BD31-4B8C-83A1-F6EECF244321}">
                <p14:modId xmlns:p14="http://schemas.microsoft.com/office/powerpoint/2010/main" val="2887751668"/>
              </p:ext>
            </p:extLst>
          </p:nvPr>
        </p:nvGraphicFramePr>
        <p:xfrm>
          <a:off x="4096512" y="4619453"/>
          <a:ext cx="2171996" cy="1097280"/>
        </p:xfrm>
        <a:graphic>
          <a:graphicData uri="http://schemas.openxmlformats.org/drawingml/2006/table">
            <a:tbl>
              <a:tblPr>
                <a:tableStyleId>{5C22544A-7EE6-4342-B048-85BDC9FD1C3A}</a:tableStyleId>
              </a:tblPr>
              <a:tblGrid>
                <a:gridCol w="486100">
                  <a:extLst>
                    <a:ext uri="{9D8B030D-6E8A-4147-A177-3AD203B41FA5}">
                      <a16:colId xmlns:a16="http://schemas.microsoft.com/office/drawing/2014/main" val="2062219109"/>
                    </a:ext>
                  </a:extLst>
                </a:gridCol>
                <a:gridCol w="842948">
                  <a:extLst>
                    <a:ext uri="{9D8B030D-6E8A-4147-A177-3AD203B41FA5}">
                      <a16:colId xmlns:a16="http://schemas.microsoft.com/office/drawing/2014/main" val="3435151265"/>
                    </a:ext>
                  </a:extLst>
                </a:gridCol>
                <a:gridCol w="842948">
                  <a:extLst>
                    <a:ext uri="{9D8B030D-6E8A-4147-A177-3AD203B41FA5}">
                      <a16:colId xmlns:a16="http://schemas.microsoft.com/office/drawing/2014/main" val="3786265663"/>
                    </a:ext>
                  </a:extLst>
                </a:gridCol>
              </a:tblGrid>
              <a:tr h="182880">
                <a:tc>
                  <a:txBody>
                    <a:bodyPr/>
                    <a:lstStyle/>
                    <a:p>
                      <a:pPr algn="ctr" fontAlgn="b"/>
                      <a:r>
                        <a:rPr lang="en-US" sz="1100" b="1" u="none" strike="noStrike" dirty="0">
                          <a:solidFill>
                            <a:schemeClr val="tx1"/>
                          </a:solidFill>
                          <a:effectLst/>
                          <a:latin typeface="+mn-lt"/>
                        </a:rPr>
                        <a:t>FY</a:t>
                      </a:r>
                      <a:endParaRPr lang="en-US" sz="1100" b="1" i="0" u="none" strike="noStrike" dirty="0">
                        <a:solidFill>
                          <a:schemeClr val="tx1"/>
                        </a:solidFill>
                        <a:effectLst/>
                        <a:latin typeface="+mn-lt"/>
                      </a:endParaRPr>
                    </a:p>
                  </a:txBody>
                  <a:tcPr marL="7620" marR="7620" marT="7620" marB="0" anchor="b"/>
                </a:tc>
                <a:tc>
                  <a:txBody>
                    <a:bodyPr/>
                    <a:lstStyle/>
                    <a:p>
                      <a:pPr algn="ctr" fontAlgn="b"/>
                      <a:r>
                        <a:rPr lang="en-US" sz="1100" b="1" u="none" strike="noStrike" dirty="0">
                          <a:solidFill>
                            <a:schemeClr val="tx1"/>
                          </a:solidFill>
                          <a:effectLst/>
                          <a:latin typeface="+mn-lt"/>
                        </a:rPr>
                        <a:t> R&amp;M Spend  </a:t>
                      </a:r>
                      <a:endParaRPr lang="en-US" sz="1100" b="1" i="0" u="none" strike="noStrike" dirty="0">
                        <a:solidFill>
                          <a:schemeClr val="tx1"/>
                        </a:solidFill>
                        <a:effectLst/>
                        <a:latin typeface="+mn-lt"/>
                      </a:endParaRPr>
                    </a:p>
                  </a:txBody>
                  <a:tcPr marL="7620" marR="7620" marT="7620" marB="0" anchor="b"/>
                </a:tc>
                <a:tc>
                  <a:txBody>
                    <a:bodyPr/>
                    <a:lstStyle/>
                    <a:p>
                      <a:pPr algn="ctr" fontAlgn="b"/>
                      <a:r>
                        <a:rPr lang="en-US" sz="1100" b="1" i="0" u="none" strike="noStrike" dirty="0">
                          <a:solidFill>
                            <a:schemeClr val="tx1"/>
                          </a:solidFill>
                          <a:effectLst/>
                          <a:latin typeface="+mn-lt"/>
                        </a:rPr>
                        <a:t>Budget</a:t>
                      </a:r>
                    </a:p>
                  </a:txBody>
                  <a:tcPr marL="7620" marR="7620" marT="7620" marB="0" anchor="b"/>
                </a:tc>
                <a:extLst>
                  <a:ext uri="{0D108BD9-81ED-4DB2-BD59-A6C34878D82A}">
                    <a16:rowId xmlns:a16="http://schemas.microsoft.com/office/drawing/2014/main" val="736761272"/>
                  </a:ext>
                </a:extLst>
              </a:tr>
              <a:tr h="182880">
                <a:tc>
                  <a:txBody>
                    <a:bodyPr/>
                    <a:lstStyle/>
                    <a:p>
                      <a:pPr algn="ctr" fontAlgn="b"/>
                      <a:r>
                        <a:rPr lang="en-US" sz="1100" u="none" strike="noStrike" dirty="0">
                          <a:solidFill>
                            <a:schemeClr val="tx1"/>
                          </a:solidFill>
                          <a:effectLst/>
                          <a:latin typeface="+mn-lt"/>
                        </a:rPr>
                        <a:t>2022</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u="none" strike="noStrike" dirty="0">
                          <a:solidFill>
                            <a:schemeClr val="tx1"/>
                          </a:solidFill>
                          <a:effectLst/>
                          <a:latin typeface="+mn-lt"/>
                        </a:rPr>
                        <a:t> $ 235,267</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$ 216,253</a:t>
                      </a:r>
                    </a:p>
                  </a:txBody>
                  <a:tcPr marL="7620" marR="7620" marT="7620" marB="0" anchor="b"/>
                </a:tc>
                <a:extLst>
                  <a:ext uri="{0D108BD9-81ED-4DB2-BD59-A6C34878D82A}">
                    <a16:rowId xmlns:a16="http://schemas.microsoft.com/office/drawing/2014/main" val="3673001112"/>
                  </a:ext>
                </a:extLst>
              </a:tr>
              <a:tr h="182880">
                <a:tc>
                  <a:txBody>
                    <a:bodyPr/>
                    <a:lstStyle/>
                    <a:p>
                      <a:pPr algn="ctr" fontAlgn="b"/>
                      <a:r>
                        <a:rPr lang="en-US" sz="1100" u="none" strike="noStrike" dirty="0">
                          <a:solidFill>
                            <a:schemeClr val="tx1"/>
                          </a:solidFill>
                          <a:effectLst/>
                          <a:latin typeface="+mn-lt"/>
                        </a:rPr>
                        <a:t>2023</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u="none" strike="noStrike" dirty="0">
                          <a:solidFill>
                            <a:schemeClr val="tx1"/>
                          </a:solidFill>
                          <a:effectLst/>
                          <a:latin typeface="+mn-lt"/>
                        </a:rPr>
                        <a:t> $ 226,544 </a:t>
                      </a:r>
                      <a:endParaRPr lang="en-US" sz="1100" b="0" i="0" u="none" strike="noStrike" dirty="0">
                        <a:solidFill>
                          <a:schemeClr val="tx1"/>
                        </a:solidFill>
                        <a:effectLst/>
                        <a:latin typeface="+mn-lt"/>
                      </a:endParaRPr>
                    </a:p>
                  </a:txBody>
                  <a:tcPr marL="7620" marR="7620" marT="7620"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chemeClr val="tx1"/>
                          </a:solidFill>
                          <a:effectLst/>
                          <a:latin typeface="+mn-lt"/>
                        </a:rPr>
                        <a:t>$ 216,253</a:t>
                      </a:r>
                    </a:p>
                  </a:txBody>
                  <a:tcPr marL="7620" marR="7620" marT="7620" marB="0" anchor="b"/>
                </a:tc>
                <a:extLst>
                  <a:ext uri="{0D108BD9-81ED-4DB2-BD59-A6C34878D82A}">
                    <a16:rowId xmlns:a16="http://schemas.microsoft.com/office/drawing/2014/main" val="3868451255"/>
                  </a:ext>
                </a:extLst>
              </a:tr>
              <a:tr h="182880">
                <a:tc>
                  <a:txBody>
                    <a:bodyPr/>
                    <a:lstStyle/>
                    <a:p>
                      <a:pPr algn="ctr" fontAlgn="b"/>
                      <a:r>
                        <a:rPr lang="en-US" sz="1100" u="none" strike="noStrike" dirty="0">
                          <a:solidFill>
                            <a:schemeClr val="tx1"/>
                          </a:solidFill>
                          <a:effectLst/>
                          <a:latin typeface="+mn-lt"/>
                        </a:rPr>
                        <a:t>2024</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u="none" strike="noStrike" dirty="0">
                          <a:solidFill>
                            <a:schemeClr val="tx1"/>
                          </a:solidFill>
                          <a:effectLst/>
                          <a:latin typeface="+mn-lt"/>
                        </a:rPr>
                        <a:t> $ 252,594 </a:t>
                      </a:r>
                      <a:endParaRPr lang="en-US" sz="1100" b="0" i="0" u="none" strike="noStrike" dirty="0">
                        <a:solidFill>
                          <a:schemeClr val="tx1"/>
                        </a:solidFill>
                        <a:effectLst/>
                        <a:latin typeface="+mn-lt"/>
                      </a:endParaRPr>
                    </a:p>
                  </a:txBody>
                  <a:tcPr marL="7620" marR="7620" marT="7620"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chemeClr val="tx1"/>
                          </a:solidFill>
                          <a:effectLst/>
                          <a:latin typeface="+mn-lt"/>
                        </a:rPr>
                        <a:t>$ 216,253</a:t>
                      </a:r>
                    </a:p>
                  </a:txBody>
                  <a:tcPr marL="7620" marR="7620" marT="7620" marB="0" anchor="b"/>
                </a:tc>
                <a:extLst>
                  <a:ext uri="{0D108BD9-81ED-4DB2-BD59-A6C34878D82A}">
                    <a16:rowId xmlns:a16="http://schemas.microsoft.com/office/drawing/2014/main" val="97866869"/>
                  </a:ext>
                </a:extLst>
              </a:tr>
              <a:tr h="182880">
                <a:tc>
                  <a:txBody>
                    <a:bodyPr/>
                    <a:lstStyle/>
                    <a:p>
                      <a:pPr algn="ctr" fontAlgn="b"/>
                      <a:r>
                        <a:rPr lang="en-US" sz="1100" u="none" strike="noStrike" dirty="0">
                          <a:solidFill>
                            <a:schemeClr val="tx1"/>
                          </a:solidFill>
                          <a:effectLst/>
                          <a:latin typeface="+mn-lt"/>
                        </a:rPr>
                        <a:t>2025</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u="none" strike="noStrike" dirty="0">
                          <a:solidFill>
                            <a:schemeClr val="tx1"/>
                          </a:solidFill>
                          <a:effectLst/>
                          <a:latin typeface="+mn-lt"/>
                        </a:rPr>
                        <a:t> $ 229,773 </a:t>
                      </a:r>
                      <a:endParaRPr lang="en-US" sz="1100" b="0" i="0" u="none" strike="noStrike" dirty="0">
                        <a:solidFill>
                          <a:schemeClr val="tx1"/>
                        </a:solidFill>
                        <a:effectLst/>
                        <a:latin typeface="+mn-lt"/>
                      </a:endParaRPr>
                    </a:p>
                  </a:txBody>
                  <a:tcPr marL="7620" marR="7620" marT="7620"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chemeClr val="tx1"/>
                          </a:solidFill>
                          <a:effectLst/>
                          <a:latin typeface="+mn-lt"/>
                        </a:rPr>
                        <a:t>$ 216,253</a:t>
                      </a:r>
                    </a:p>
                  </a:txBody>
                  <a:tcPr marL="7620" marR="7620" marT="7620" marB="0" anchor="b"/>
                </a:tc>
                <a:extLst>
                  <a:ext uri="{0D108BD9-81ED-4DB2-BD59-A6C34878D82A}">
                    <a16:rowId xmlns:a16="http://schemas.microsoft.com/office/drawing/2014/main" val="1289305836"/>
                  </a:ext>
                </a:extLst>
              </a:tr>
              <a:tr h="182880">
                <a:tc>
                  <a:txBody>
                    <a:bodyPr/>
                    <a:lstStyle/>
                    <a:p>
                      <a:pPr algn="ctr" fontAlgn="b"/>
                      <a:r>
                        <a:rPr lang="en-US" sz="1100" b="0" i="0" u="none" strike="noStrike" dirty="0">
                          <a:solidFill>
                            <a:schemeClr val="tx1"/>
                          </a:solidFill>
                          <a:effectLst/>
                          <a:latin typeface="+mn-lt"/>
                        </a:rPr>
                        <a:t>2026</a:t>
                      </a:r>
                    </a:p>
                  </a:txBody>
                  <a:tcPr marL="7620" marR="7620" marT="7620" marB="0" anchor="b"/>
                </a:tc>
                <a:tc>
                  <a:txBody>
                    <a:bodyPr/>
                    <a:lstStyle/>
                    <a:p>
                      <a:pPr algn="ctr" fontAlgn="b"/>
                      <a:r>
                        <a:rPr lang="en-US" sz="1100" b="0" i="0" u="none" strike="noStrike" dirty="0">
                          <a:solidFill>
                            <a:schemeClr val="tx1"/>
                          </a:solidFill>
                          <a:effectLst/>
                          <a:latin typeface="+mn-lt"/>
                        </a:rPr>
                        <a:t>$ 322,114</a:t>
                      </a:r>
                    </a:p>
                  </a:txBody>
                  <a:tcPr marL="7620" marR="7620" marT="7620"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chemeClr val="tx1"/>
                          </a:solidFill>
                          <a:effectLst/>
                          <a:latin typeface="+mn-lt"/>
                        </a:rPr>
                        <a:t>$ 216,253</a:t>
                      </a:r>
                    </a:p>
                  </a:txBody>
                  <a:tcPr marL="7620" marR="7620" marT="7620" marB="0" anchor="b"/>
                </a:tc>
                <a:extLst>
                  <a:ext uri="{0D108BD9-81ED-4DB2-BD59-A6C34878D82A}">
                    <a16:rowId xmlns:a16="http://schemas.microsoft.com/office/drawing/2014/main" val="1666939423"/>
                  </a:ext>
                </a:extLst>
              </a:tr>
            </a:tbl>
          </a:graphicData>
        </a:graphic>
      </p:graphicFrame>
      <p:sp>
        <p:nvSpPr>
          <p:cNvPr id="15" name="Text Placeholder 2">
            <a:extLst>
              <a:ext uri="{FF2B5EF4-FFF2-40B4-BE49-F238E27FC236}">
                <a16:creationId xmlns:a16="http://schemas.microsoft.com/office/drawing/2014/main" id="{388BEECD-8952-1A4D-E043-9C4BBCA00329}"/>
              </a:ext>
            </a:extLst>
          </p:cNvPr>
          <p:cNvSpPr txBox="1">
            <a:spLocks/>
          </p:cNvSpPr>
          <p:nvPr/>
        </p:nvSpPr>
        <p:spPr>
          <a:xfrm>
            <a:off x="239986" y="1676718"/>
            <a:ext cx="4147538" cy="4594225"/>
          </a:xfrm>
          <a:prstGeom prst="rect">
            <a:avLst/>
          </a:prstGeom>
        </p:spPr>
        <p:txBody>
          <a:bodyPr lIns="0" tIns="0" rIns="0" bIns="0"/>
          <a:lstStyle>
            <a:lvl1pPr marL="228600" indent="-228600" algn="l" defTabSz="914400" rtl="0" eaLnBrk="1" latinLnBrk="0" hangingPunct="1">
              <a:spcBef>
                <a:spcPct val="20000"/>
              </a:spcBef>
              <a:buFont typeface="Arial" pitchFamily="34" charset="0"/>
              <a:buNone/>
              <a:defRPr sz="1600" kern="1200">
                <a:solidFill>
                  <a:schemeClr val="tx1"/>
                </a:solidFill>
                <a:latin typeface="+mn-lt"/>
                <a:ea typeface="+mn-ea"/>
                <a:cs typeface="+mn-cs"/>
              </a:defRPr>
            </a:lvl1pPr>
            <a:lvl2pPr marL="4572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2pPr>
            <a:lvl3pPr marL="6858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3pPr>
            <a:lvl4pPr marL="9144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4pPr>
            <a:lvl5pPr marL="11430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buFont typeface="Arial" panose="020B0604020202020204" pitchFamily="34" charset="0"/>
              <a:buChar char="•"/>
            </a:pPr>
            <a:r>
              <a:rPr lang="en-US" sz="1200" dirty="0"/>
              <a:t>Repair and Maintenance (R&amp;M) expenses have continued to outpace the growth in CM and SR work order volume, driven by rising material and labor costs.</a:t>
            </a:r>
          </a:p>
          <a:p>
            <a:pPr>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TLS Georgetown did not receive any additional R&amp;M budget allocations in FY26, further constraining the ability to absorb escalating expenses.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I am requesting an additional $30,275.42 for the R&amp;M budget at TLS Georgetown</a:t>
            </a:r>
          </a:p>
          <a:p>
            <a:pPr marL="171450" indent="-171450">
              <a:buFont typeface="Arial" panose="020B0604020202020204" pitchFamily="34" charset="0"/>
              <a:buChar char="•"/>
            </a:pPr>
            <a:endParaRPr lang="en-US" sz="1200" dirty="0">
              <a:solidFill>
                <a:schemeClr val="tx1">
                  <a:lumMod val="50000"/>
                </a:schemeClr>
              </a:solidFill>
            </a:endParaRPr>
          </a:p>
          <a:p>
            <a:pPr marL="0" indent="0"/>
            <a:endParaRPr lang="en-US" sz="1200" dirty="0">
              <a:solidFill>
                <a:srgbClr val="FF0000"/>
              </a:solidFill>
            </a:endParaRPr>
          </a:p>
          <a:p>
            <a:pPr marL="285750" indent="-285750">
              <a:buFont typeface="Arial" pitchFamily="34" charset="0"/>
              <a:buChar char="•"/>
            </a:pPr>
            <a:endParaRPr lang="en-US" sz="1200" dirty="0"/>
          </a:p>
          <a:p>
            <a:pPr marL="285750" indent="-285750">
              <a:buFont typeface="Arial" pitchFamily="34" charset="0"/>
              <a:buChar char="•"/>
            </a:pPr>
            <a:endParaRPr lang="en-US" sz="1200" dirty="0"/>
          </a:p>
        </p:txBody>
      </p:sp>
      <p:sp>
        <p:nvSpPr>
          <p:cNvPr id="6" name="Title 1">
            <a:extLst>
              <a:ext uri="{FF2B5EF4-FFF2-40B4-BE49-F238E27FC236}">
                <a16:creationId xmlns:a16="http://schemas.microsoft.com/office/drawing/2014/main" id="{DC5B2C8E-C225-D26B-8217-3BE0E3962E84}"/>
              </a:ext>
            </a:extLst>
          </p:cNvPr>
          <p:cNvSpPr txBox="1">
            <a:spLocks/>
          </p:cNvSpPr>
          <p:nvPr/>
        </p:nvSpPr>
        <p:spPr>
          <a:xfrm>
            <a:off x="601133" y="464345"/>
            <a:ext cx="8712199" cy="377825"/>
          </a:xfrm>
          <a:prstGeom prst="rect">
            <a:avLst/>
          </a:prstGeom>
        </p:spPr>
        <p:txBody>
          <a:bodyPr lIns="0" tIns="0" rIns="0" bIns="0" anchor="t"/>
          <a:lstStyle>
            <a:lvl1pPr algn="l" defTabSz="914400" rtl="0" eaLnBrk="1" latinLnBrk="0" hangingPunct="1">
              <a:spcBef>
                <a:spcPct val="0"/>
              </a:spcBef>
              <a:buNone/>
              <a:defRPr sz="2400" kern="1200">
                <a:solidFill>
                  <a:schemeClr val="accent6"/>
                </a:solidFill>
                <a:latin typeface="Arial" pitchFamily="34" charset="0"/>
                <a:ea typeface="+mj-ea"/>
                <a:cs typeface="Arial" pitchFamily="34" charset="0"/>
              </a:defRPr>
            </a:lvl1pPr>
          </a:lstStyle>
          <a:p>
            <a:r>
              <a:rPr lang="en-US" dirty="0"/>
              <a:t>Increased Costs Over Time at TLS Georgetown</a:t>
            </a:r>
          </a:p>
        </p:txBody>
      </p:sp>
    </p:spTree>
    <p:extLst>
      <p:ext uri="{BB962C8B-B14F-4D97-AF65-F5344CB8AC3E}">
        <p14:creationId xmlns:p14="http://schemas.microsoft.com/office/powerpoint/2010/main" val="373535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D09698-2019-4634-A026-5FE0B51B6893}"/>
              </a:ext>
            </a:extLst>
          </p:cNvPr>
          <p:cNvSpPr>
            <a:spLocks noGrp="1"/>
          </p:cNvSpPr>
          <p:nvPr>
            <p:ph type="sldNum" sz="quarter" idx="15"/>
          </p:nvPr>
        </p:nvSpPr>
        <p:spPr/>
        <p:txBody>
          <a:bodyPr/>
          <a:lstStyle/>
          <a:p>
            <a:fld id="{E1F4A1F2-62AF-4C70-94F1-AA2404434839}" type="slidenum">
              <a:rPr lang="en-US" smtClean="0"/>
              <a:pPr/>
              <a:t>7</a:t>
            </a:fld>
            <a:endParaRPr lang="en-US" dirty="0"/>
          </a:p>
        </p:txBody>
      </p:sp>
      <p:sp>
        <p:nvSpPr>
          <p:cNvPr id="8" name="Text Placeholder 7">
            <a:extLst>
              <a:ext uri="{FF2B5EF4-FFF2-40B4-BE49-F238E27FC236}">
                <a16:creationId xmlns:a16="http://schemas.microsoft.com/office/drawing/2014/main" id="{8D755759-EC11-BD6F-1289-F141E9FBEA0A}"/>
              </a:ext>
            </a:extLst>
          </p:cNvPr>
          <p:cNvSpPr>
            <a:spLocks noGrp="1"/>
          </p:cNvSpPr>
          <p:nvPr>
            <p:ph type="body" sz="quarter" idx="13"/>
          </p:nvPr>
        </p:nvSpPr>
        <p:spPr/>
        <p:txBody>
          <a:bodyPr/>
          <a:lstStyle/>
          <a:p>
            <a:r>
              <a:rPr lang="en-US" dirty="0"/>
              <a:t>Analysis of OT Rates over the years </a:t>
            </a:r>
          </a:p>
        </p:txBody>
      </p:sp>
      <p:graphicFrame>
        <p:nvGraphicFramePr>
          <p:cNvPr id="11" name="Chart 10">
            <a:extLst>
              <a:ext uri="{FF2B5EF4-FFF2-40B4-BE49-F238E27FC236}">
                <a16:creationId xmlns:a16="http://schemas.microsoft.com/office/drawing/2014/main" id="{C9A45E10-E42A-12CD-8E42-A1824E17B019}"/>
              </a:ext>
            </a:extLst>
          </p:cNvPr>
          <p:cNvGraphicFramePr>
            <a:graphicFrameLocks/>
          </p:cNvGraphicFramePr>
          <p:nvPr>
            <p:extLst>
              <p:ext uri="{D42A27DB-BD31-4B8C-83A1-F6EECF244321}">
                <p14:modId xmlns:p14="http://schemas.microsoft.com/office/powerpoint/2010/main" val="2914587081"/>
              </p:ext>
            </p:extLst>
          </p:nvPr>
        </p:nvGraphicFramePr>
        <p:xfrm>
          <a:off x="6385477" y="1209676"/>
          <a:ext cx="4572000" cy="27641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Table 12">
            <a:extLst>
              <a:ext uri="{FF2B5EF4-FFF2-40B4-BE49-F238E27FC236}">
                <a16:creationId xmlns:a16="http://schemas.microsoft.com/office/drawing/2014/main" id="{DD8A281D-FECD-63C9-14AE-E357391EDBEA}"/>
              </a:ext>
            </a:extLst>
          </p:cNvPr>
          <p:cNvGraphicFramePr>
            <a:graphicFrameLocks noGrp="1"/>
          </p:cNvGraphicFramePr>
          <p:nvPr>
            <p:extLst>
              <p:ext uri="{D42A27DB-BD31-4B8C-83A1-F6EECF244321}">
                <p14:modId xmlns:p14="http://schemas.microsoft.com/office/powerpoint/2010/main" val="4230175626"/>
              </p:ext>
            </p:extLst>
          </p:nvPr>
        </p:nvGraphicFramePr>
        <p:xfrm>
          <a:off x="4719108" y="1944688"/>
          <a:ext cx="1549400" cy="128016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294985807"/>
                    </a:ext>
                  </a:extLst>
                </a:gridCol>
                <a:gridCol w="939800">
                  <a:extLst>
                    <a:ext uri="{9D8B030D-6E8A-4147-A177-3AD203B41FA5}">
                      <a16:colId xmlns:a16="http://schemas.microsoft.com/office/drawing/2014/main" val="906997297"/>
                    </a:ext>
                  </a:extLst>
                </a:gridCol>
              </a:tblGrid>
              <a:tr h="182880">
                <a:tc>
                  <a:txBody>
                    <a:bodyPr/>
                    <a:lstStyle/>
                    <a:p>
                      <a:pPr algn="ctr" fontAlgn="b"/>
                      <a:r>
                        <a:rPr lang="en-US" sz="1100" b="1" u="none" strike="noStrike" dirty="0">
                          <a:solidFill>
                            <a:schemeClr val="tx1"/>
                          </a:solidFill>
                          <a:effectLst/>
                          <a:latin typeface="+mn-lt"/>
                        </a:rPr>
                        <a:t>Year </a:t>
                      </a:r>
                      <a:endParaRPr lang="en-US" sz="1100" b="1" i="0" u="none" strike="noStrike" dirty="0">
                        <a:solidFill>
                          <a:schemeClr val="tx1"/>
                        </a:solidFill>
                        <a:effectLst/>
                        <a:latin typeface="+mn-lt"/>
                      </a:endParaRPr>
                    </a:p>
                  </a:txBody>
                  <a:tcPr marL="7620" marR="7620" marT="7620" marB="0" anchor="b"/>
                </a:tc>
                <a:tc>
                  <a:txBody>
                    <a:bodyPr/>
                    <a:lstStyle/>
                    <a:p>
                      <a:pPr algn="ctr" fontAlgn="b"/>
                      <a:r>
                        <a:rPr lang="en-US" sz="1100" b="1" u="none" strike="noStrike" dirty="0">
                          <a:solidFill>
                            <a:schemeClr val="tx1"/>
                          </a:solidFill>
                          <a:effectLst/>
                          <a:latin typeface="+mn-lt"/>
                        </a:rPr>
                        <a:t>Total OT Rate </a:t>
                      </a:r>
                      <a:endParaRPr lang="en-US" sz="1100" b="1" i="0" u="none" strike="noStrike" dirty="0">
                        <a:solidFill>
                          <a:schemeClr val="tx1"/>
                        </a:solidFill>
                        <a:effectLst/>
                        <a:latin typeface="+mn-lt"/>
                      </a:endParaRPr>
                    </a:p>
                  </a:txBody>
                  <a:tcPr marL="7620" marR="7620" marT="7620" marB="0" anchor="b"/>
                </a:tc>
                <a:extLst>
                  <a:ext uri="{0D108BD9-81ED-4DB2-BD59-A6C34878D82A}">
                    <a16:rowId xmlns:a16="http://schemas.microsoft.com/office/drawing/2014/main" val="835084885"/>
                  </a:ext>
                </a:extLst>
              </a:tr>
              <a:tr h="182880">
                <a:tc>
                  <a:txBody>
                    <a:bodyPr/>
                    <a:lstStyle/>
                    <a:p>
                      <a:pPr algn="ctr" fontAlgn="b"/>
                      <a:r>
                        <a:rPr lang="en-US" sz="1100" u="none" strike="noStrike" dirty="0">
                          <a:solidFill>
                            <a:schemeClr val="tx1"/>
                          </a:solidFill>
                          <a:effectLst/>
                          <a:latin typeface="+mn-lt"/>
                        </a:rPr>
                        <a:t>2021</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2.6</a:t>
                      </a:r>
                    </a:p>
                  </a:txBody>
                  <a:tcPr marL="7620" marR="7620" marT="7620" marB="0" anchor="b"/>
                </a:tc>
                <a:extLst>
                  <a:ext uri="{0D108BD9-81ED-4DB2-BD59-A6C34878D82A}">
                    <a16:rowId xmlns:a16="http://schemas.microsoft.com/office/drawing/2014/main" val="253519772"/>
                  </a:ext>
                </a:extLst>
              </a:tr>
              <a:tr h="182880">
                <a:tc>
                  <a:txBody>
                    <a:bodyPr/>
                    <a:lstStyle/>
                    <a:p>
                      <a:pPr algn="ctr" fontAlgn="b"/>
                      <a:r>
                        <a:rPr lang="en-US" sz="1100" u="none" strike="noStrike" dirty="0">
                          <a:solidFill>
                            <a:schemeClr val="tx1"/>
                          </a:solidFill>
                          <a:effectLst/>
                          <a:latin typeface="+mn-lt"/>
                        </a:rPr>
                        <a:t>2022</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5.4</a:t>
                      </a:r>
                    </a:p>
                  </a:txBody>
                  <a:tcPr marL="7620" marR="7620" marT="7620" marB="0" anchor="b"/>
                </a:tc>
                <a:extLst>
                  <a:ext uri="{0D108BD9-81ED-4DB2-BD59-A6C34878D82A}">
                    <a16:rowId xmlns:a16="http://schemas.microsoft.com/office/drawing/2014/main" val="3772625439"/>
                  </a:ext>
                </a:extLst>
              </a:tr>
              <a:tr h="182880">
                <a:tc>
                  <a:txBody>
                    <a:bodyPr/>
                    <a:lstStyle/>
                    <a:p>
                      <a:pPr algn="ctr" fontAlgn="b"/>
                      <a:r>
                        <a:rPr lang="en-US" sz="1100" u="none" strike="noStrike" dirty="0">
                          <a:solidFill>
                            <a:schemeClr val="tx1"/>
                          </a:solidFill>
                          <a:effectLst/>
                          <a:latin typeface="+mn-lt"/>
                        </a:rPr>
                        <a:t>2023</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5.5</a:t>
                      </a:r>
                    </a:p>
                  </a:txBody>
                  <a:tcPr marL="7620" marR="7620" marT="7620" marB="0" anchor="b"/>
                </a:tc>
                <a:extLst>
                  <a:ext uri="{0D108BD9-81ED-4DB2-BD59-A6C34878D82A}">
                    <a16:rowId xmlns:a16="http://schemas.microsoft.com/office/drawing/2014/main" val="2517359459"/>
                  </a:ext>
                </a:extLst>
              </a:tr>
              <a:tr h="182880">
                <a:tc>
                  <a:txBody>
                    <a:bodyPr/>
                    <a:lstStyle/>
                    <a:p>
                      <a:pPr algn="ctr" fontAlgn="b"/>
                      <a:r>
                        <a:rPr lang="en-US" sz="1100" u="none" strike="noStrike" dirty="0">
                          <a:solidFill>
                            <a:schemeClr val="tx1"/>
                          </a:solidFill>
                          <a:effectLst/>
                          <a:latin typeface="+mn-lt"/>
                        </a:rPr>
                        <a:t>2024</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5.6</a:t>
                      </a:r>
                    </a:p>
                  </a:txBody>
                  <a:tcPr marL="7620" marR="7620" marT="7620" marB="0" anchor="b"/>
                </a:tc>
                <a:extLst>
                  <a:ext uri="{0D108BD9-81ED-4DB2-BD59-A6C34878D82A}">
                    <a16:rowId xmlns:a16="http://schemas.microsoft.com/office/drawing/2014/main" val="2196459330"/>
                  </a:ext>
                </a:extLst>
              </a:tr>
              <a:tr h="182880">
                <a:tc>
                  <a:txBody>
                    <a:bodyPr/>
                    <a:lstStyle/>
                    <a:p>
                      <a:pPr algn="ctr" fontAlgn="b"/>
                      <a:r>
                        <a:rPr lang="en-US" sz="1100" u="none" strike="noStrike" dirty="0">
                          <a:solidFill>
                            <a:schemeClr val="tx1"/>
                          </a:solidFill>
                          <a:effectLst/>
                          <a:latin typeface="+mn-lt"/>
                        </a:rPr>
                        <a:t>2025</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7.9</a:t>
                      </a:r>
                    </a:p>
                  </a:txBody>
                  <a:tcPr marL="7620" marR="7620" marT="7620" marB="0" anchor="b"/>
                </a:tc>
                <a:extLst>
                  <a:ext uri="{0D108BD9-81ED-4DB2-BD59-A6C34878D82A}">
                    <a16:rowId xmlns:a16="http://schemas.microsoft.com/office/drawing/2014/main" val="2971234759"/>
                  </a:ext>
                </a:extLst>
              </a:tr>
              <a:tr h="182880">
                <a:tc>
                  <a:txBody>
                    <a:bodyPr/>
                    <a:lstStyle/>
                    <a:p>
                      <a:pPr algn="ctr" fontAlgn="b"/>
                      <a:r>
                        <a:rPr lang="en-US" sz="1100" b="0" i="0" u="none" strike="noStrike" dirty="0">
                          <a:solidFill>
                            <a:schemeClr val="tx1"/>
                          </a:solidFill>
                          <a:effectLst/>
                          <a:latin typeface="+mn-lt"/>
                        </a:rPr>
                        <a:t>2026</a:t>
                      </a:r>
                    </a:p>
                  </a:txBody>
                  <a:tcPr marL="7620" marR="7620" marT="7620" marB="0" anchor="b"/>
                </a:tc>
                <a:tc>
                  <a:txBody>
                    <a:bodyPr/>
                    <a:lstStyle/>
                    <a:p>
                      <a:pPr algn="ctr" fontAlgn="b"/>
                      <a:r>
                        <a:rPr lang="en-US" sz="1100" b="0" i="0" u="none" strike="noStrike" dirty="0">
                          <a:solidFill>
                            <a:schemeClr val="tx1"/>
                          </a:solidFill>
                          <a:effectLst/>
                          <a:latin typeface="+mn-lt"/>
                        </a:rPr>
                        <a:t>6.7</a:t>
                      </a:r>
                    </a:p>
                  </a:txBody>
                  <a:tcPr marL="7620" marR="7620" marT="7620" marB="0" anchor="b"/>
                </a:tc>
                <a:extLst>
                  <a:ext uri="{0D108BD9-81ED-4DB2-BD59-A6C34878D82A}">
                    <a16:rowId xmlns:a16="http://schemas.microsoft.com/office/drawing/2014/main" val="1964713707"/>
                  </a:ext>
                </a:extLst>
              </a:tr>
            </a:tbl>
          </a:graphicData>
        </a:graphic>
      </p:graphicFrame>
      <p:sp>
        <p:nvSpPr>
          <p:cNvPr id="15" name="Text Placeholder 2">
            <a:extLst>
              <a:ext uri="{FF2B5EF4-FFF2-40B4-BE49-F238E27FC236}">
                <a16:creationId xmlns:a16="http://schemas.microsoft.com/office/drawing/2014/main" id="{2E74B65F-85CE-1AEA-8486-F17D7A4E929C}"/>
              </a:ext>
            </a:extLst>
          </p:cNvPr>
          <p:cNvSpPr txBox="1">
            <a:spLocks/>
          </p:cNvSpPr>
          <p:nvPr/>
        </p:nvSpPr>
        <p:spPr>
          <a:xfrm>
            <a:off x="239986" y="1676718"/>
            <a:ext cx="4147538" cy="4594225"/>
          </a:xfrm>
          <a:prstGeom prst="rect">
            <a:avLst/>
          </a:prstGeom>
        </p:spPr>
        <p:txBody>
          <a:bodyPr lIns="0" tIns="0" rIns="0" bIns="0"/>
          <a:lstStyle>
            <a:lvl1pPr marL="228600" indent="-228600" algn="l" defTabSz="914400" rtl="0" eaLnBrk="1" latinLnBrk="0" hangingPunct="1">
              <a:spcBef>
                <a:spcPct val="20000"/>
              </a:spcBef>
              <a:buFont typeface="Arial" pitchFamily="34" charset="0"/>
              <a:buNone/>
              <a:defRPr sz="1600" kern="1200">
                <a:solidFill>
                  <a:schemeClr val="tx1"/>
                </a:solidFill>
                <a:latin typeface="+mn-lt"/>
                <a:ea typeface="+mn-ea"/>
                <a:cs typeface="+mn-cs"/>
              </a:defRPr>
            </a:lvl1pPr>
            <a:lvl2pPr marL="4572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2pPr>
            <a:lvl3pPr marL="6858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3pPr>
            <a:lvl4pPr marL="9144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4pPr>
            <a:lvl5pPr marL="11430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itchFamily="34" charset="0"/>
              <a:buChar char="•"/>
            </a:pPr>
            <a:r>
              <a:rPr lang="en-US" sz="1200" dirty="0"/>
              <a:t>Overtime rates have more than tripled over the past five years, driven by increased workload demands, aging infrastructure, and a growing reliance on manual intervention (“Man vs. Machine”).</a:t>
            </a:r>
          </a:p>
          <a:p>
            <a:pPr marL="285750" indent="-285750">
              <a:buFont typeface="Arial" pitchFamily="34" charset="0"/>
              <a:buChar char="•"/>
            </a:pPr>
            <a:endParaRPr lang="en-US" sz="1200" dirty="0"/>
          </a:p>
          <a:p>
            <a:pPr marL="285750" indent="-285750">
              <a:buFont typeface="Arial" pitchFamily="34" charset="0"/>
              <a:buChar char="•"/>
            </a:pPr>
            <a:r>
              <a:rPr lang="en-US" sz="1200" dirty="0"/>
              <a:t>Sustained overtime levels contribute to employee fatigue, reduced productivity, and heightened turnover risk.</a:t>
            </a:r>
          </a:p>
          <a:p>
            <a:pPr marL="285750" indent="-285750">
              <a:buFont typeface="Arial" pitchFamily="34" charset="0"/>
              <a:buChar char="•"/>
            </a:pPr>
            <a:endParaRPr lang="en-US" sz="1200" dirty="0"/>
          </a:p>
          <a:p>
            <a:pPr marL="285750" indent="-285750">
              <a:buFont typeface="Arial" pitchFamily="34" charset="0"/>
              <a:buChar char="•"/>
            </a:pPr>
            <a:r>
              <a:rPr lang="en-US" sz="1200" dirty="0"/>
              <a:t>Operating at elevated overtime rates places ongoing pressure on Professional Services budgets and impacts long-term workforce sustainability</a:t>
            </a:r>
          </a:p>
        </p:txBody>
      </p:sp>
      <p:sp>
        <p:nvSpPr>
          <p:cNvPr id="6" name="Title 1">
            <a:extLst>
              <a:ext uri="{FF2B5EF4-FFF2-40B4-BE49-F238E27FC236}">
                <a16:creationId xmlns:a16="http://schemas.microsoft.com/office/drawing/2014/main" id="{66B7D0E9-98A6-D8CB-3E2A-6E80C7CC9E56}"/>
              </a:ext>
            </a:extLst>
          </p:cNvPr>
          <p:cNvSpPr txBox="1">
            <a:spLocks/>
          </p:cNvSpPr>
          <p:nvPr/>
        </p:nvSpPr>
        <p:spPr>
          <a:xfrm>
            <a:off x="601133" y="422276"/>
            <a:ext cx="9082362" cy="377825"/>
          </a:xfrm>
          <a:prstGeom prst="rect">
            <a:avLst/>
          </a:prstGeom>
        </p:spPr>
        <p:txBody>
          <a:bodyPr lIns="0" tIns="0" rIns="0" bIns="0" anchor="t"/>
          <a:lstStyle>
            <a:lvl1pPr algn="l" defTabSz="914400" rtl="0" eaLnBrk="1" latinLnBrk="0" hangingPunct="1">
              <a:spcBef>
                <a:spcPct val="0"/>
              </a:spcBef>
              <a:buNone/>
              <a:defRPr sz="2400" kern="1200">
                <a:solidFill>
                  <a:schemeClr val="accent6"/>
                </a:solidFill>
                <a:latin typeface="Arial" pitchFamily="34" charset="0"/>
                <a:ea typeface="+mj-ea"/>
                <a:cs typeface="Arial" pitchFamily="34" charset="0"/>
              </a:defRPr>
            </a:lvl1pPr>
          </a:lstStyle>
          <a:p>
            <a:r>
              <a:rPr lang="en-US" dirty="0"/>
              <a:t>Increased OT Rates and Additional Headcount – Midwest Region</a:t>
            </a:r>
          </a:p>
        </p:txBody>
      </p:sp>
    </p:spTree>
    <p:extLst>
      <p:ext uri="{BB962C8B-B14F-4D97-AF65-F5344CB8AC3E}">
        <p14:creationId xmlns:p14="http://schemas.microsoft.com/office/powerpoint/2010/main" val="2873591564"/>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1A5C1-EA43-892C-CECD-6F055AF09E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693CA-7EA3-3341-D577-EC3C69F6F4DC}"/>
              </a:ext>
            </a:extLst>
          </p:cNvPr>
          <p:cNvSpPr>
            <a:spLocks noGrp="1"/>
          </p:cNvSpPr>
          <p:nvPr>
            <p:ph type="ctrTitle"/>
          </p:nvPr>
        </p:nvSpPr>
        <p:spPr>
          <a:xfrm>
            <a:off x="601134" y="422275"/>
            <a:ext cx="8712199" cy="377825"/>
          </a:xfrm>
        </p:spPr>
        <p:txBody>
          <a:bodyPr/>
          <a:lstStyle/>
          <a:p>
            <a:r>
              <a:rPr lang="en-US" dirty="0"/>
              <a:t>Additional Headcount at NAPCK</a:t>
            </a:r>
          </a:p>
        </p:txBody>
      </p:sp>
      <p:sp>
        <p:nvSpPr>
          <p:cNvPr id="4" name="Slide Number Placeholder 3">
            <a:extLst>
              <a:ext uri="{FF2B5EF4-FFF2-40B4-BE49-F238E27FC236}">
                <a16:creationId xmlns:a16="http://schemas.microsoft.com/office/drawing/2014/main" id="{ACBF480A-475F-FE78-0598-787FDB1CF038}"/>
              </a:ext>
            </a:extLst>
          </p:cNvPr>
          <p:cNvSpPr>
            <a:spLocks noGrp="1"/>
          </p:cNvSpPr>
          <p:nvPr>
            <p:ph type="sldNum" sz="quarter" idx="15"/>
          </p:nvPr>
        </p:nvSpPr>
        <p:spPr/>
        <p:txBody>
          <a:bodyPr/>
          <a:lstStyle/>
          <a:p>
            <a:fld id="{E1F4A1F2-62AF-4C70-94F1-AA2404434839}" type="slidenum">
              <a:rPr lang="en-US" smtClean="0"/>
              <a:pPr/>
              <a:t>8</a:t>
            </a:fld>
            <a:endParaRPr lang="en-US" dirty="0"/>
          </a:p>
        </p:txBody>
      </p:sp>
      <p:sp>
        <p:nvSpPr>
          <p:cNvPr id="8" name="Text Placeholder 7">
            <a:extLst>
              <a:ext uri="{FF2B5EF4-FFF2-40B4-BE49-F238E27FC236}">
                <a16:creationId xmlns:a16="http://schemas.microsoft.com/office/drawing/2014/main" id="{842C20D0-5B70-B447-B18F-37AE4C88DC73}"/>
              </a:ext>
            </a:extLst>
          </p:cNvPr>
          <p:cNvSpPr>
            <a:spLocks noGrp="1"/>
          </p:cNvSpPr>
          <p:nvPr>
            <p:ph type="body" sz="quarter" idx="13"/>
          </p:nvPr>
        </p:nvSpPr>
        <p:spPr/>
        <p:txBody>
          <a:bodyPr/>
          <a:lstStyle/>
          <a:p>
            <a:r>
              <a:rPr lang="en-US" dirty="0"/>
              <a:t>Analysis of work orders and OT rate over the years </a:t>
            </a:r>
          </a:p>
        </p:txBody>
      </p:sp>
      <p:graphicFrame>
        <p:nvGraphicFramePr>
          <p:cNvPr id="10" name="Chart 9">
            <a:extLst>
              <a:ext uri="{FF2B5EF4-FFF2-40B4-BE49-F238E27FC236}">
                <a16:creationId xmlns:a16="http://schemas.microsoft.com/office/drawing/2014/main" id="{8DB39A39-0F5D-ED5C-4BA1-1FAD6A7BD99D}"/>
              </a:ext>
            </a:extLst>
          </p:cNvPr>
          <p:cNvGraphicFramePr>
            <a:graphicFrameLocks/>
          </p:cNvGraphicFramePr>
          <p:nvPr>
            <p:extLst>
              <p:ext uri="{D42A27DB-BD31-4B8C-83A1-F6EECF244321}">
                <p14:modId xmlns:p14="http://schemas.microsoft.com/office/powerpoint/2010/main" val="390629290"/>
              </p:ext>
            </p:extLst>
          </p:nvPr>
        </p:nvGraphicFramePr>
        <p:xfrm>
          <a:off x="6383572" y="3957321"/>
          <a:ext cx="4573905" cy="276415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9B77FD1D-DDFF-4F5D-3C17-498902529897}"/>
              </a:ext>
            </a:extLst>
          </p:cNvPr>
          <p:cNvGraphicFramePr>
            <a:graphicFrameLocks/>
          </p:cNvGraphicFramePr>
          <p:nvPr>
            <p:extLst>
              <p:ext uri="{D42A27DB-BD31-4B8C-83A1-F6EECF244321}">
                <p14:modId xmlns:p14="http://schemas.microsoft.com/office/powerpoint/2010/main" val="8483355"/>
              </p:ext>
            </p:extLst>
          </p:nvPr>
        </p:nvGraphicFramePr>
        <p:xfrm>
          <a:off x="6385477" y="1209676"/>
          <a:ext cx="4572000" cy="27641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Table 12">
            <a:extLst>
              <a:ext uri="{FF2B5EF4-FFF2-40B4-BE49-F238E27FC236}">
                <a16:creationId xmlns:a16="http://schemas.microsoft.com/office/drawing/2014/main" id="{E76FA5BE-0B09-506A-9456-212EC23E5C91}"/>
              </a:ext>
            </a:extLst>
          </p:cNvPr>
          <p:cNvGraphicFramePr>
            <a:graphicFrameLocks noGrp="1"/>
          </p:cNvGraphicFramePr>
          <p:nvPr>
            <p:extLst>
              <p:ext uri="{D42A27DB-BD31-4B8C-83A1-F6EECF244321}">
                <p14:modId xmlns:p14="http://schemas.microsoft.com/office/powerpoint/2010/main" val="1611822060"/>
              </p:ext>
            </p:extLst>
          </p:nvPr>
        </p:nvGraphicFramePr>
        <p:xfrm>
          <a:off x="4719108" y="1944688"/>
          <a:ext cx="1549400" cy="128016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294985807"/>
                    </a:ext>
                  </a:extLst>
                </a:gridCol>
                <a:gridCol w="939800">
                  <a:extLst>
                    <a:ext uri="{9D8B030D-6E8A-4147-A177-3AD203B41FA5}">
                      <a16:colId xmlns:a16="http://schemas.microsoft.com/office/drawing/2014/main" val="906997297"/>
                    </a:ext>
                  </a:extLst>
                </a:gridCol>
              </a:tblGrid>
              <a:tr h="182880">
                <a:tc>
                  <a:txBody>
                    <a:bodyPr/>
                    <a:lstStyle/>
                    <a:p>
                      <a:pPr algn="ctr" fontAlgn="b"/>
                      <a:r>
                        <a:rPr lang="en-US" sz="1100" b="1" u="none" strike="noStrike" dirty="0">
                          <a:solidFill>
                            <a:schemeClr val="tx1"/>
                          </a:solidFill>
                          <a:effectLst/>
                          <a:latin typeface="+mn-lt"/>
                        </a:rPr>
                        <a:t>Year </a:t>
                      </a:r>
                      <a:endParaRPr lang="en-US" sz="1100" b="1" i="0" u="none" strike="noStrike" dirty="0">
                        <a:solidFill>
                          <a:schemeClr val="tx1"/>
                        </a:solidFill>
                        <a:effectLst/>
                        <a:latin typeface="+mn-lt"/>
                      </a:endParaRPr>
                    </a:p>
                  </a:txBody>
                  <a:tcPr marL="7620" marR="7620" marT="7620" marB="0" anchor="b"/>
                </a:tc>
                <a:tc>
                  <a:txBody>
                    <a:bodyPr/>
                    <a:lstStyle/>
                    <a:p>
                      <a:pPr algn="ctr" fontAlgn="b"/>
                      <a:r>
                        <a:rPr lang="en-US" sz="1100" b="1" u="none" strike="noStrike" dirty="0">
                          <a:solidFill>
                            <a:schemeClr val="tx1"/>
                          </a:solidFill>
                          <a:effectLst/>
                          <a:latin typeface="+mn-lt"/>
                        </a:rPr>
                        <a:t>Total CM/SR </a:t>
                      </a:r>
                      <a:endParaRPr lang="en-US" sz="1100" b="1" i="0" u="none" strike="noStrike" dirty="0">
                        <a:solidFill>
                          <a:schemeClr val="tx1"/>
                        </a:solidFill>
                        <a:effectLst/>
                        <a:latin typeface="+mn-lt"/>
                      </a:endParaRPr>
                    </a:p>
                  </a:txBody>
                  <a:tcPr marL="7620" marR="7620" marT="7620" marB="0" anchor="b"/>
                </a:tc>
                <a:extLst>
                  <a:ext uri="{0D108BD9-81ED-4DB2-BD59-A6C34878D82A}">
                    <a16:rowId xmlns:a16="http://schemas.microsoft.com/office/drawing/2014/main" val="835084885"/>
                  </a:ext>
                </a:extLst>
              </a:tr>
              <a:tr h="182880">
                <a:tc>
                  <a:txBody>
                    <a:bodyPr/>
                    <a:lstStyle/>
                    <a:p>
                      <a:pPr algn="ctr" fontAlgn="b"/>
                      <a:r>
                        <a:rPr lang="en-US" sz="1100" u="none" strike="noStrike" dirty="0">
                          <a:solidFill>
                            <a:schemeClr val="tx1"/>
                          </a:solidFill>
                          <a:effectLst/>
                          <a:latin typeface="+mn-lt"/>
                        </a:rPr>
                        <a:t>2021</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196</a:t>
                      </a:r>
                    </a:p>
                  </a:txBody>
                  <a:tcPr marL="7620" marR="7620" marT="7620" marB="0" anchor="b"/>
                </a:tc>
                <a:extLst>
                  <a:ext uri="{0D108BD9-81ED-4DB2-BD59-A6C34878D82A}">
                    <a16:rowId xmlns:a16="http://schemas.microsoft.com/office/drawing/2014/main" val="253519772"/>
                  </a:ext>
                </a:extLst>
              </a:tr>
              <a:tr h="182880">
                <a:tc>
                  <a:txBody>
                    <a:bodyPr/>
                    <a:lstStyle/>
                    <a:p>
                      <a:pPr algn="ctr" fontAlgn="b"/>
                      <a:r>
                        <a:rPr lang="en-US" sz="1100" u="none" strike="noStrike" dirty="0">
                          <a:solidFill>
                            <a:schemeClr val="tx1"/>
                          </a:solidFill>
                          <a:effectLst/>
                          <a:latin typeface="+mn-lt"/>
                        </a:rPr>
                        <a:t>2022</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749</a:t>
                      </a:r>
                    </a:p>
                  </a:txBody>
                  <a:tcPr marL="7620" marR="7620" marT="7620" marB="0" anchor="b"/>
                </a:tc>
                <a:extLst>
                  <a:ext uri="{0D108BD9-81ED-4DB2-BD59-A6C34878D82A}">
                    <a16:rowId xmlns:a16="http://schemas.microsoft.com/office/drawing/2014/main" val="3772625439"/>
                  </a:ext>
                </a:extLst>
              </a:tr>
              <a:tr h="182880">
                <a:tc>
                  <a:txBody>
                    <a:bodyPr/>
                    <a:lstStyle/>
                    <a:p>
                      <a:pPr algn="ctr" fontAlgn="b"/>
                      <a:r>
                        <a:rPr lang="en-US" sz="1100" u="none" strike="noStrike" dirty="0">
                          <a:solidFill>
                            <a:schemeClr val="tx1"/>
                          </a:solidFill>
                          <a:effectLst/>
                          <a:latin typeface="+mn-lt"/>
                        </a:rPr>
                        <a:t>2023</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542</a:t>
                      </a:r>
                    </a:p>
                  </a:txBody>
                  <a:tcPr marL="7620" marR="7620" marT="7620" marB="0" anchor="b"/>
                </a:tc>
                <a:extLst>
                  <a:ext uri="{0D108BD9-81ED-4DB2-BD59-A6C34878D82A}">
                    <a16:rowId xmlns:a16="http://schemas.microsoft.com/office/drawing/2014/main" val="2517359459"/>
                  </a:ext>
                </a:extLst>
              </a:tr>
              <a:tr h="182880">
                <a:tc>
                  <a:txBody>
                    <a:bodyPr/>
                    <a:lstStyle/>
                    <a:p>
                      <a:pPr algn="ctr" fontAlgn="b"/>
                      <a:r>
                        <a:rPr lang="en-US" sz="1100" u="none" strike="noStrike" dirty="0">
                          <a:solidFill>
                            <a:schemeClr val="tx1"/>
                          </a:solidFill>
                          <a:effectLst/>
                          <a:latin typeface="+mn-lt"/>
                        </a:rPr>
                        <a:t>2024</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617</a:t>
                      </a:r>
                    </a:p>
                  </a:txBody>
                  <a:tcPr marL="7620" marR="7620" marT="7620" marB="0" anchor="b"/>
                </a:tc>
                <a:extLst>
                  <a:ext uri="{0D108BD9-81ED-4DB2-BD59-A6C34878D82A}">
                    <a16:rowId xmlns:a16="http://schemas.microsoft.com/office/drawing/2014/main" val="2196459330"/>
                  </a:ext>
                </a:extLst>
              </a:tr>
              <a:tr h="182880">
                <a:tc>
                  <a:txBody>
                    <a:bodyPr/>
                    <a:lstStyle/>
                    <a:p>
                      <a:pPr algn="ctr" fontAlgn="b"/>
                      <a:r>
                        <a:rPr lang="en-US" sz="1100" u="none" strike="noStrike" dirty="0">
                          <a:solidFill>
                            <a:schemeClr val="tx1"/>
                          </a:solidFill>
                          <a:effectLst/>
                          <a:latin typeface="+mn-lt"/>
                        </a:rPr>
                        <a:t>2025</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609</a:t>
                      </a:r>
                    </a:p>
                  </a:txBody>
                  <a:tcPr marL="7620" marR="7620" marT="7620" marB="0" anchor="b"/>
                </a:tc>
                <a:extLst>
                  <a:ext uri="{0D108BD9-81ED-4DB2-BD59-A6C34878D82A}">
                    <a16:rowId xmlns:a16="http://schemas.microsoft.com/office/drawing/2014/main" val="2971234759"/>
                  </a:ext>
                </a:extLst>
              </a:tr>
              <a:tr h="182880">
                <a:tc>
                  <a:txBody>
                    <a:bodyPr/>
                    <a:lstStyle/>
                    <a:p>
                      <a:pPr algn="ctr" fontAlgn="b"/>
                      <a:r>
                        <a:rPr lang="en-US" sz="1100" b="0" i="0" u="none" strike="noStrike" dirty="0">
                          <a:solidFill>
                            <a:schemeClr val="tx1"/>
                          </a:solidFill>
                          <a:effectLst/>
                          <a:latin typeface="+mn-lt"/>
                        </a:rPr>
                        <a:t>2026</a:t>
                      </a:r>
                    </a:p>
                  </a:txBody>
                  <a:tcPr marL="7620" marR="7620" marT="7620" marB="0" anchor="b"/>
                </a:tc>
                <a:tc>
                  <a:txBody>
                    <a:bodyPr/>
                    <a:lstStyle/>
                    <a:p>
                      <a:pPr algn="ctr" fontAlgn="b"/>
                      <a:r>
                        <a:rPr lang="en-US" sz="1100" b="0" i="0" u="none" strike="noStrike" dirty="0">
                          <a:solidFill>
                            <a:schemeClr val="tx1"/>
                          </a:solidFill>
                          <a:effectLst/>
                          <a:latin typeface="+mn-lt"/>
                        </a:rPr>
                        <a:t>554</a:t>
                      </a:r>
                    </a:p>
                  </a:txBody>
                  <a:tcPr marL="7620" marR="7620" marT="7620" marB="0" anchor="b"/>
                </a:tc>
                <a:extLst>
                  <a:ext uri="{0D108BD9-81ED-4DB2-BD59-A6C34878D82A}">
                    <a16:rowId xmlns:a16="http://schemas.microsoft.com/office/drawing/2014/main" val="2001670021"/>
                  </a:ext>
                </a:extLst>
              </a:tr>
            </a:tbl>
          </a:graphicData>
        </a:graphic>
      </p:graphicFrame>
      <p:graphicFrame>
        <p:nvGraphicFramePr>
          <p:cNvPr id="14" name="Table 13">
            <a:extLst>
              <a:ext uri="{FF2B5EF4-FFF2-40B4-BE49-F238E27FC236}">
                <a16:creationId xmlns:a16="http://schemas.microsoft.com/office/drawing/2014/main" id="{11E1E380-27BB-DBDF-3FFC-79391A682625}"/>
              </a:ext>
            </a:extLst>
          </p:cNvPr>
          <p:cNvGraphicFramePr>
            <a:graphicFrameLocks noGrp="1"/>
          </p:cNvGraphicFramePr>
          <p:nvPr>
            <p:extLst>
              <p:ext uri="{D42A27DB-BD31-4B8C-83A1-F6EECF244321}">
                <p14:modId xmlns:p14="http://schemas.microsoft.com/office/powerpoint/2010/main" val="3016371608"/>
              </p:ext>
            </p:extLst>
          </p:nvPr>
        </p:nvGraphicFramePr>
        <p:xfrm>
          <a:off x="4669654" y="4619453"/>
          <a:ext cx="1598854" cy="1097280"/>
        </p:xfrm>
        <a:graphic>
          <a:graphicData uri="http://schemas.openxmlformats.org/drawingml/2006/table">
            <a:tbl>
              <a:tblPr>
                <a:tableStyleId>{5C22544A-7EE6-4342-B048-85BDC9FD1C3A}</a:tableStyleId>
              </a:tblPr>
              <a:tblGrid>
                <a:gridCol w="584782">
                  <a:extLst>
                    <a:ext uri="{9D8B030D-6E8A-4147-A177-3AD203B41FA5}">
                      <a16:colId xmlns:a16="http://schemas.microsoft.com/office/drawing/2014/main" val="2062219109"/>
                    </a:ext>
                  </a:extLst>
                </a:gridCol>
                <a:gridCol w="1014072">
                  <a:extLst>
                    <a:ext uri="{9D8B030D-6E8A-4147-A177-3AD203B41FA5}">
                      <a16:colId xmlns:a16="http://schemas.microsoft.com/office/drawing/2014/main" val="3435151265"/>
                    </a:ext>
                  </a:extLst>
                </a:gridCol>
              </a:tblGrid>
              <a:tr h="182880">
                <a:tc>
                  <a:txBody>
                    <a:bodyPr/>
                    <a:lstStyle/>
                    <a:p>
                      <a:pPr algn="ctr" fontAlgn="b"/>
                      <a:r>
                        <a:rPr lang="en-US" sz="1100" b="1" u="none" strike="noStrike" dirty="0">
                          <a:solidFill>
                            <a:schemeClr val="tx1"/>
                          </a:solidFill>
                          <a:effectLst/>
                          <a:latin typeface="+mn-lt"/>
                        </a:rPr>
                        <a:t>Year</a:t>
                      </a:r>
                      <a:endParaRPr lang="en-US" sz="1100" b="1" i="0" u="none" strike="noStrike" dirty="0">
                        <a:solidFill>
                          <a:schemeClr val="tx1"/>
                        </a:solidFill>
                        <a:effectLst/>
                        <a:latin typeface="+mn-lt"/>
                      </a:endParaRPr>
                    </a:p>
                  </a:txBody>
                  <a:tcPr marL="7620" marR="7620" marT="7620" marB="0" anchor="b"/>
                </a:tc>
                <a:tc>
                  <a:txBody>
                    <a:bodyPr/>
                    <a:lstStyle/>
                    <a:p>
                      <a:pPr algn="ctr" fontAlgn="b"/>
                      <a:r>
                        <a:rPr lang="en-US" sz="1100" b="1" u="none" strike="noStrike" dirty="0">
                          <a:solidFill>
                            <a:schemeClr val="tx1"/>
                          </a:solidFill>
                          <a:effectLst/>
                          <a:latin typeface="+mn-lt"/>
                        </a:rPr>
                        <a:t> OT Rate %  </a:t>
                      </a:r>
                      <a:endParaRPr lang="en-US" sz="1100" b="1" i="0" u="none" strike="noStrike" dirty="0">
                        <a:solidFill>
                          <a:schemeClr val="tx1"/>
                        </a:solidFill>
                        <a:effectLst/>
                        <a:latin typeface="+mn-lt"/>
                      </a:endParaRPr>
                    </a:p>
                  </a:txBody>
                  <a:tcPr marL="7620" marR="7620" marT="7620" marB="0" anchor="b"/>
                </a:tc>
                <a:extLst>
                  <a:ext uri="{0D108BD9-81ED-4DB2-BD59-A6C34878D82A}">
                    <a16:rowId xmlns:a16="http://schemas.microsoft.com/office/drawing/2014/main" val="736761272"/>
                  </a:ext>
                </a:extLst>
              </a:tr>
              <a:tr h="182880">
                <a:tc>
                  <a:txBody>
                    <a:bodyPr/>
                    <a:lstStyle/>
                    <a:p>
                      <a:pPr algn="ctr" fontAlgn="b"/>
                      <a:r>
                        <a:rPr lang="en-US" sz="1100" u="none" strike="noStrike" dirty="0">
                          <a:solidFill>
                            <a:schemeClr val="tx1"/>
                          </a:solidFill>
                          <a:effectLst/>
                          <a:latin typeface="+mn-lt"/>
                        </a:rPr>
                        <a:t>2022</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u="none" strike="noStrike" dirty="0">
                          <a:solidFill>
                            <a:schemeClr val="tx1"/>
                          </a:solidFill>
                          <a:effectLst/>
                          <a:latin typeface="+mn-lt"/>
                        </a:rPr>
                        <a:t> 2.5</a:t>
                      </a:r>
                    </a:p>
                  </a:txBody>
                  <a:tcPr marL="7620" marR="7620" marT="7620" marB="0" anchor="b"/>
                </a:tc>
                <a:extLst>
                  <a:ext uri="{0D108BD9-81ED-4DB2-BD59-A6C34878D82A}">
                    <a16:rowId xmlns:a16="http://schemas.microsoft.com/office/drawing/2014/main" val="1451622860"/>
                  </a:ext>
                </a:extLst>
              </a:tr>
              <a:tr h="182880">
                <a:tc>
                  <a:txBody>
                    <a:bodyPr/>
                    <a:lstStyle/>
                    <a:p>
                      <a:pPr algn="ctr" fontAlgn="b"/>
                      <a:r>
                        <a:rPr lang="en-US" sz="1100" u="none" strike="noStrike" dirty="0">
                          <a:solidFill>
                            <a:schemeClr val="tx1"/>
                          </a:solidFill>
                          <a:effectLst/>
                          <a:latin typeface="+mn-lt"/>
                        </a:rPr>
                        <a:t>2023</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5.5</a:t>
                      </a:r>
                    </a:p>
                  </a:txBody>
                  <a:tcPr marL="7620" marR="7620" marT="7620" marB="0" anchor="b"/>
                </a:tc>
                <a:extLst>
                  <a:ext uri="{0D108BD9-81ED-4DB2-BD59-A6C34878D82A}">
                    <a16:rowId xmlns:a16="http://schemas.microsoft.com/office/drawing/2014/main" val="3673001112"/>
                  </a:ext>
                </a:extLst>
              </a:tr>
              <a:tr h="182880">
                <a:tc>
                  <a:txBody>
                    <a:bodyPr/>
                    <a:lstStyle/>
                    <a:p>
                      <a:pPr algn="ctr" fontAlgn="b"/>
                      <a:r>
                        <a:rPr lang="en-US" sz="1100" u="none" strike="noStrike" dirty="0">
                          <a:solidFill>
                            <a:schemeClr val="tx1"/>
                          </a:solidFill>
                          <a:effectLst/>
                          <a:latin typeface="+mn-lt"/>
                        </a:rPr>
                        <a:t>2024</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b="0" i="0" u="none" strike="noStrike" dirty="0">
                          <a:solidFill>
                            <a:schemeClr val="tx1"/>
                          </a:solidFill>
                          <a:effectLst/>
                          <a:latin typeface="+mn-lt"/>
                        </a:rPr>
                        <a:t>6.1</a:t>
                      </a:r>
                    </a:p>
                  </a:txBody>
                  <a:tcPr marL="7620" marR="7620" marT="7620" marB="0" anchor="b"/>
                </a:tc>
                <a:extLst>
                  <a:ext uri="{0D108BD9-81ED-4DB2-BD59-A6C34878D82A}">
                    <a16:rowId xmlns:a16="http://schemas.microsoft.com/office/drawing/2014/main" val="97866869"/>
                  </a:ext>
                </a:extLst>
              </a:tr>
              <a:tr h="182880">
                <a:tc>
                  <a:txBody>
                    <a:bodyPr/>
                    <a:lstStyle/>
                    <a:p>
                      <a:pPr algn="ctr" fontAlgn="b"/>
                      <a:r>
                        <a:rPr lang="en-US" sz="1100" u="none" strike="noStrike" dirty="0">
                          <a:solidFill>
                            <a:schemeClr val="tx1"/>
                          </a:solidFill>
                          <a:effectLst/>
                          <a:latin typeface="+mn-lt"/>
                        </a:rPr>
                        <a:t>2025</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u="none" strike="noStrike" dirty="0">
                          <a:solidFill>
                            <a:schemeClr val="tx1"/>
                          </a:solidFill>
                          <a:effectLst/>
                          <a:latin typeface="+mn-lt"/>
                        </a:rPr>
                        <a:t>  12.7</a:t>
                      </a:r>
                      <a:endParaRPr lang="en-US" sz="1100" b="0" i="0" u="none" strike="noStrike" dirty="0">
                        <a:solidFill>
                          <a:schemeClr val="tx1"/>
                        </a:solidFill>
                        <a:effectLst/>
                        <a:latin typeface="+mn-lt"/>
                      </a:endParaRPr>
                    </a:p>
                  </a:txBody>
                  <a:tcPr marL="7620" marR="7620" marT="7620" marB="0" anchor="b"/>
                </a:tc>
                <a:extLst>
                  <a:ext uri="{0D108BD9-81ED-4DB2-BD59-A6C34878D82A}">
                    <a16:rowId xmlns:a16="http://schemas.microsoft.com/office/drawing/2014/main" val="1289305836"/>
                  </a:ext>
                </a:extLst>
              </a:tr>
              <a:tr h="182880">
                <a:tc>
                  <a:txBody>
                    <a:bodyPr/>
                    <a:lstStyle/>
                    <a:p>
                      <a:pPr algn="ctr" fontAlgn="b"/>
                      <a:r>
                        <a:rPr lang="en-US" sz="1100" u="none" strike="noStrike" dirty="0">
                          <a:solidFill>
                            <a:schemeClr val="tx1"/>
                          </a:solidFill>
                          <a:effectLst/>
                          <a:latin typeface="+mn-lt"/>
                        </a:rPr>
                        <a:t>2026</a:t>
                      </a:r>
                      <a:endParaRPr lang="en-US" sz="1100" b="0" i="0" u="none" strike="noStrike" dirty="0">
                        <a:solidFill>
                          <a:schemeClr val="tx1"/>
                        </a:solidFill>
                        <a:effectLst/>
                        <a:latin typeface="+mn-lt"/>
                      </a:endParaRPr>
                    </a:p>
                  </a:txBody>
                  <a:tcPr marL="7620" marR="7620" marT="7620" marB="0" anchor="b"/>
                </a:tc>
                <a:tc>
                  <a:txBody>
                    <a:bodyPr/>
                    <a:lstStyle/>
                    <a:p>
                      <a:pPr algn="ctr" fontAlgn="b"/>
                      <a:r>
                        <a:rPr lang="en-US" sz="1100" u="none" strike="noStrike" dirty="0">
                          <a:solidFill>
                            <a:schemeClr val="tx1"/>
                          </a:solidFill>
                          <a:effectLst/>
                          <a:latin typeface="+mn-lt"/>
                        </a:rPr>
                        <a:t> 9.2 </a:t>
                      </a:r>
                      <a:endParaRPr lang="en-US" sz="1100" b="0" i="0" u="none" strike="noStrike" dirty="0">
                        <a:solidFill>
                          <a:schemeClr val="tx1"/>
                        </a:solidFill>
                        <a:effectLst/>
                        <a:latin typeface="+mn-lt"/>
                      </a:endParaRPr>
                    </a:p>
                  </a:txBody>
                  <a:tcPr marL="7620" marR="7620" marT="7620" marB="0" anchor="b"/>
                </a:tc>
                <a:extLst>
                  <a:ext uri="{0D108BD9-81ED-4DB2-BD59-A6C34878D82A}">
                    <a16:rowId xmlns:a16="http://schemas.microsoft.com/office/drawing/2014/main" val="2648756131"/>
                  </a:ext>
                </a:extLst>
              </a:tr>
            </a:tbl>
          </a:graphicData>
        </a:graphic>
      </p:graphicFrame>
      <p:sp>
        <p:nvSpPr>
          <p:cNvPr id="15" name="Text Placeholder 2">
            <a:extLst>
              <a:ext uri="{FF2B5EF4-FFF2-40B4-BE49-F238E27FC236}">
                <a16:creationId xmlns:a16="http://schemas.microsoft.com/office/drawing/2014/main" id="{0362A2DC-544A-B2BB-5CEB-6A393220D96A}"/>
              </a:ext>
            </a:extLst>
          </p:cNvPr>
          <p:cNvSpPr txBox="1">
            <a:spLocks/>
          </p:cNvSpPr>
          <p:nvPr/>
        </p:nvSpPr>
        <p:spPr>
          <a:xfrm>
            <a:off x="258459" y="1381378"/>
            <a:ext cx="4147538" cy="5054347"/>
          </a:xfrm>
          <a:prstGeom prst="rect">
            <a:avLst/>
          </a:prstGeom>
        </p:spPr>
        <p:txBody>
          <a:bodyPr lIns="0" tIns="0" rIns="0" bIns="0"/>
          <a:lstStyle>
            <a:lvl1pPr marL="228600" indent="-228600" algn="l" defTabSz="914400" rtl="0" eaLnBrk="1" latinLnBrk="0" hangingPunct="1">
              <a:spcBef>
                <a:spcPct val="20000"/>
              </a:spcBef>
              <a:buFont typeface="Arial" pitchFamily="34" charset="0"/>
              <a:buNone/>
              <a:defRPr sz="1600" kern="1200">
                <a:solidFill>
                  <a:schemeClr val="tx1"/>
                </a:solidFill>
                <a:latin typeface="+mn-lt"/>
                <a:ea typeface="+mn-ea"/>
                <a:cs typeface="+mn-cs"/>
              </a:defRPr>
            </a:lvl1pPr>
            <a:lvl2pPr marL="4572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2pPr>
            <a:lvl3pPr marL="6858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3pPr>
            <a:lvl4pPr marL="9144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4pPr>
            <a:lvl5pPr marL="1143000" indent="-228600" algn="l" defTabSz="914400" rtl="0" eaLnBrk="1" latinLnBrk="0" hangingPunct="1">
              <a:spcBef>
                <a:spcPct val="20000"/>
              </a:spcBef>
              <a:buFont typeface="Arial" pitchFamily="34" charset="0"/>
              <a:buChar char="»"/>
              <a:defRPr sz="16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itchFamily="34" charset="0"/>
              <a:buChar char="•"/>
            </a:pPr>
            <a:endParaRPr lang="en-US" sz="1200" dirty="0">
              <a:solidFill>
                <a:schemeClr val="tx1">
                  <a:lumMod val="50000"/>
                </a:schemeClr>
              </a:solidFill>
            </a:endParaRPr>
          </a:p>
        </p:txBody>
      </p:sp>
      <p:sp>
        <p:nvSpPr>
          <p:cNvPr id="9" name="TextBox 8">
            <a:extLst>
              <a:ext uri="{FF2B5EF4-FFF2-40B4-BE49-F238E27FC236}">
                <a16:creationId xmlns:a16="http://schemas.microsoft.com/office/drawing/2014/main" id="{07132740-1453-3152-181A-6D7A64AD33A7}"/>
              </a:ext>
            </a:extLst>
          </p:cNvPr>
          <p:cNvSpPr txBox="1"/>
          <p:nvPr/>
        </p:nvSpPr>
        <p:spPr>
          <a:xfrm>
            <a:off x="222462" y="1278038"/>
            <a:ext cx="4330223" cy="5262979"/>
          </a:xfrm>
          <a:prstGeom prst="rect">
            <a:avLst/>
          </a:prstGeom>
          <a:noFill/>
        </p:spPr>
        <p:txBody>
          <a:bodyPr wrap="square">
            <a:spAutoFit/>
          </a:bodyPr>
          <a:lstStyle/>
          <a:p>
            <a:pPr marL="171450" indent="-171450">
              <a:buFont typeface="Arial" panose="020B0604020202020204" pitchFamily="34" charset="0"/>
              <a:buChar char="•"/>
            </a:pPr>
            <a:r>
              <a:rPr lang="en-US" sz="1200" dirty="0"/>
              <a:t>In 2022, NAPCK transitioned to a 3-shift, 12-hour weekend schedule, significantly limiting the availability of standard work hours for project execution and maintenance activities.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The top chart reflects a substantial increase in CM/SR work orders over recent years, which has since stabilized at an elevated level.</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The bottom chart illustrates the upward trend in overtime rates at NAPCK due to the amount of activities that can not be completed during production, underscoring sustained operational strain.</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Aging infrastructure, expanded production schedules, and escalating repair costs have created continued upward pressure on Professional Services budgets. These factors highlight the need for additional support to maintain performance and service continuity.</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A request is being made for one additional headcount at NAPCK ($121,567) to address growing workload demands.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This position would strengthen regional coverage across Cincinnati, PEMC, and TLS Georgetown, while mitigating operational impact and ensuring service reliability at NAPCK.</a:t>
            </a:r>
          </a:p>
        </p:txBody>
      </p:sp>
    </p:spTree>
    <p:extLst>
      <p:ext uri="{BB962C8B-B14F-4D97-AF65-F5344CB8AC3E}">
        <p14:creationId xmlns:p14="http://schemas.microsoft.com/office/powerpoint/2010/main" val="2034106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DA2440-9C2E-9B81-215B-6884E5B9B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206BA-C4DE-3A0D-48FC-9C3FBDB83EA0}"/>
              </a:ext>
            </a:extLst>
          </p:cNvPr>
          <p:cNvSpPr>
            <a:spLocks noGrp="1"/>
          </p:cNvSpPr>
          <p:nvPr>
            <p:ph type="ctrTitle"/>
          </p:nvPr>
        </p:nvSpPr>
        <p:spPr>
          <a:xfrm>
            <a:off x="564188" y="670446"/>
            <a:ext cx="8712199" cy="377825"/>
          </a:xfrm>
        </p:spPr>
        <p:txBody>
          <a:bodyPr/>
          <a:lstStyle/>
          <a:p>
            <a:r>
              <a:rPr lang="en-US" dirty="0"/>
              <a:t>Additional Headcount at NAPCK</a:t>
            </a:r>
          </a:p>
        </p:txBody>
      </p:sp>
      <p:pic>
        <p:nvPicPr>
          <p:cNvPr id="3" name="Picture 2">
            <a:extLst>
              <a:ext uri="{FF2B5EF4-FFF2-40B4-BE49-F238E27FC236}">
                <a16:creationId xmlns:a16="http://schemas.microsoft.com/office/drawing/2014/main" id="{8C699733-5945-63F0-CD2C-047B8170E229}"/>
              </a:ext>
            </a:extLst>
          </p:cNvPr>
          <p:cNvPicPr>
            <a:picLocks noChangeAspect="1"/>
          </p:cNvPicPr>
          <p:nvPr/>
        </p:nvPicPr>
        <p:blipFill>
          <a:blip r:embed="rId2"/>
          <a:stretch>
            <a:fillRect/>
          </a:stretch>
        </p:blipFill>
        <p:spPr>
          <a:xfrm>
            <a:off x="5387610" y="1371081"/>
            <a:ext cx="5480779" cy="3432345"/>
          </a:xfrm>
          <a:prstGeom prst="rect">
            <a:avLst/>
          </a:prstGeom>
        </p:spPr>
      </p:pic>
      <p:pic>
        <p:nvPicPr>
          <p:cNvPr id="5" name="Picture 4">
            <a:extLst>
              <a:ext uri="{FF2B5EF4-FFF2-40B4-BE49-F238E27FC236}">
                <a16:creationId xmlns:a16="http://schemas.microsoft.com/office/drawing/2014/main" id="{CF96B8F1-0AC9-868B-6AF0-84CB9ED5F0C6}"/>
              </a:ext>
            </a:extLst>
          </p:cNvPr>
          <p:cNvPicPr>
            <a:picLocks noChangeAspect="1"/>
          </p:cNvPicPr>
          <p:nvPr/>
        </p:nvPicPr>
        <p:blipFill>
          <a:blip r:embed="rId3"/>
          <a:stretch>
            <a:fillRect/>
          </a:stretch>
        </p:blipFill>
        <p:spPr>
          <a:xfrm>
            <a:off x="5021818" y="4964831"/>
            <a:ext cx="5846571" cy="810838"/>
          </a:xfrm>
          <a:prstGeom prst="rect">
            <a:avLst/>
          </a:prstGeom>
        </p:spPr>
      </p:pic>
      <p:sp>
        <p:nvSpPr>
          <p:cNvPr id="6" name="TextBox 5">
            <a:extLst>
              <a:ext uri="{FF2B5EF4-FFF2-40B4-BE49-F238E27FC236}">
                <a16:creationId xmlns:a16="http://schemas.microsoft.com/office/drawing/2014/main" id="{56E9DB4E-805C-7DC5-2D8B-C3AD6C6A06CC}"/>
              </a:ext>
            </a:extLst>
          </p:cNvPr>
          <p:cNvSpPr txBox="1"/>
          <p:nvPr/>
        </p:nvSpPr>
        <p:spPr>
          <a:xfrm>
            <a:off x="418120" y="1209676"/>
            <a:ext cx="4331854" cy="3046988"/>
          </a:xfrm>
          <a:prstGeom prst="rect">
            <a:avLst/>
          </a:prstGeom>
          <a:noFill/>
        </p:spPr>
        <p:txBody>
          <a:bodyPr wrap="square" rtlCol="0">
            <a:spAutoFit/>
          </a:bodyPr>
          <a:lstStyle/>
          <a:p>
            <a:pPr marL="285750" indent="-285750">
              <a:buFont typeface="Arial" panose="020B0604020202020204" pitchFamily="34" charset="0"/>
              <a:buChar char="•"/>
            </a:pPr>
            <a:r>
              <a:rPr lang="en-US" sz="1200" dirty="0"/>
              <a:t>NAPCK Has been running operations 7 days a week since 2022.</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NAPCC only runs 5 days a week and a half a day on 50% of Saturdays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NAPCK has had over $2.2 million more out of scope work since FY24 to present than NAPCC</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NAPCK has 4 Technicians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NAPCC has 4.5 Technicians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Requesting and additional $121,567 in Professional Services for a Site Lead at NAPCK</a:t>
            </a:r>
          </a:p>
          <a:p>
            <a:pPr marL="285750" indent="-285750">
              <a:buFont typeface="Arial" panose="020B0604020202020204" pitchFamily="34" charset="0"/>
              <a:buChar char="•"/>
            </a:pPr>
            <a:endParaRPr lang="en-US" sz="1200" dirty="0"/>
          </a:p>
        </p:txBody>
      </p:sp>
    </p:spTree>
    <p:extLst>
      <p:ext uri="{BB962C8B-B14F-4D97-AF65-F5344CB8AC3E}">
        <p14:creationId xmlns:p14="http://schemas.microsoft.com/office/powerpoint/2010/main" val="2886674843"/>
      </p:ext>
    </p:extLst>
  </p:cSld>
  <p:clrMapOvr>
    <a:masterClrMapping/>
  </p:clrMapOvr>
</p:sld>
</file>

<file path=ppt/theme/theme1.xml><?xml version="1.0" encoding="utf-8"?>
<a:theme xmlns:a="http://schemas.openxmlformats.org/drawingml/2006/main" name="CW Microsoft Theme 1.1">
  <a:themeElements>
    <a:clrScheme name="Custom 1">
      <a:dk1>
        <a:srgbClr val="696B6B"/>
      </a:dk1>
      <a:lt1>
        <a:srgbClr val="FFFFFF"/>
      </a:lt1>
      <a:dk2>
        <a:srgbClr val="E4002B"/>
      </a:dk2>
      <a:lt2>
        <a:srgbClr val="9BD3DD"/>
      </a:lt2>
      <a:accent1>
        <a:srgbClr val="0093B2"/>
      </a:accent1>
      <a:accent2>
        <a:srgbClr val="696B6B"/>
      </a:accent2>
      <a:accent3>
        <a:srgbClr val="A6192E"/>
      </a:accent3>
      <a:accent4>
        <a:srgbClr val="B5BD00"/>
      </a:accent4>
      <a:accent5>
        <a:srgbClr val="FF671F"/>
      </a:accent5>
      <a:accent6>
        <a:srgbClr val="003865"/>
      </a:accent6>
      <a:hlink>
        <a:srgbClr val="E4002B"/>
      </a:hlink>
      <a:folHlink>
        <a:srgbClr val="696B6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 Layouts - No Edge">
  <a:themeElements>
    <a:clrScheme name="Custom 2">
      <a:dk1>
        <a:srgbClr val="54585A"/>
      </a:dk1>
      <a:lt1>
        <a:srgbClr val="FFFFFF"/>
      </a:lt1>
      <a:dk2>
        <a:srgbClr val="E4002B"/>
      </a:dk2>
      <a:lt2>
        <a:srgbClr val="9BD3DD"/>
      </a:lt2>
      <a:accent1>
        <a:srgbClr val="0093B2"/>
      </a:accent1>
      <a:accent2>
        <a:srgbClr val="54585A"/>
      </a:accent2>
      <a:accent3>
        <a:srgbClr val="A6192E"/>
      </a:accent3>
      <a:accent4>
        <a:srgbClr val="B5BD00"/>
      </a:accent4>
      <a:accent5>
        <a:srgbClr val="FF671F"/>
      </a:accent5>
      <a:accent6>
        <a:srgbClr val="003865"/>
      </a:accent6>
      <a:hlink>
        <a:srgbClr val="E4002B"/>
      </a:hlink>
      <a:folHlink>
        <a:srgbClr val="54585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dirty="0" smtClean="0"/>
        </a:defPPr>
      </a:lstStyle>
    </a:txDef>
  </a:objectDefaults>
  <a:extraClrSchemeLst/>
</a:theme>
</file>

<file path=ppt/theme/theme3.xml><?xml version="1.0" encoding="utf-8"?>
<a:theme xmlns:a="http://schemas.openxmlformats.org/drawingml/2006/main" name="6_Content Layouts - No Edge">
  <a:themeElements>
    <a:clrScheme name="Custom 2">
      <a:dk1>
        <a:srgbClr val="54585A"/>
      </a:dk1>
      <a:lt1>
        <a:srgbClr val="FFFFFF"/>
      </a:lt1>
      <a:dk2>
        <a:srgbClr val="E4002B"/>
      </a:dk2>
      <a:lt2>
        <a:srgbClr val="9BD3DD"/>
      </a:lt2>
      <a:accent1>
        <a:srgbClr val="0093B2"/>
      </a:accent1>
      <a:accent2>
        <a:srgbClr val="54585A"/>
      </a:accent2>
      <a:accent3>
        <a:srgbClr val="A6192E"/>
      </a:accent3>
      <a:accent4>
        <a:srgbClr val="B5BD00"/>
      </a:accent4>
      <a:accent5>
        <a:srgbClr val="FF671F"/>
      </a:accent5>
      <a:accent6>
        <a:srgbClr val="003865"/>
      </a:accent6>
      <a:hlink>
        <a:srgbClr val="E4002B"/>
      </a:hlink>
      <a:folHlink>
        <a:srgbClr val="54585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Content Layouts - No Edge">
  <a:themeElements>
    <a:clrScheme name="DTZ Theme">
      <a:dk1>
        <a:srgbClr val="9BD3DD"/>
      </a:dk1>
      <a:lt1>
        <a:srgbClr val="E4002B"/>
      </a:lt1>
      <a:dk2>
        <a:srgbClr val="54585A"/>
      </a:dk2>
      <a:lt2>
        <a:srgbClr val="0093B2"/>
      </a:lt2>
      <a:accent1>
        <a:srgbClr val="A6192E"/>
      </a:accent1>
      <a:accent2>
        <a:srgbClr val="B5BD00"/>
      </a:accent2>
      <a:accent3>
        <a:srgbClr val="FF671F"/>
      </a:accent3>
      <a:accent4>
        <a:srgbClr val="003865"/>
      </a:accent4>
      <a:accent5>
        <a:srgbClr val="A7A8AA"/>
      </a:accent5>
      <a:accent6>
        <a:srgbClr val="FFFFFF"/>
      </a:accent6>
      <a:hlink>
        <a:srgbClr val="E4002B"/>
      </a:hlink>
      <a:folHlink>
        <a:srgbClr val="54585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Layouts - No Edge">
  <a:themeElements>
    <a:clrScheme name="DTZ Theme">
      <a:dk1>
        <a:srgbClr val="9BD3DD"/>
      </a:dk1>
      <a:lt1>
        <a:srgbClr val="E4002B"/>
      </a:lt1>
      <a:dk2>
        <a:srgbClr val="54585A"/>
      </a:dk2>
      <a:lt2>
        <a:srgbClr val="0093B2"/>
      </a:lt2>
      <a:accent1>
        <a:srgbClr val="A6192E"/>
      </a:accent1>
      <a:accent2>
        <a:srgbClr val="B5BD00"/>
      </a:accent2>
      <a:accent3>
        <a:srgbClr val="FF671F"/>
      </a:accent3>
      <a:accent4>
        <a:srgbClr val="003865"/>
      </a:accent4>
      <a:accent5>
        <a:srgbClr val="A7A8AA"/>
      </a:accent5>
      <a:accent6>
        <a:srgbClr val="FFFFFF"/>
      </a:accent6>
      <a:hlink>
        <a:srgbClr val="E4002B"/>
      </a:hlink>
      <a:folHlink>
        <a:srgbClr val="54585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Content Layouts - No Edge">
  <a:themeElements>
    <a:clrScheme name="DTZ Theme">
      <a:dk1>
        <a:srgbClr val="9BD3DD"/>
      </a:dk1>
      <a:lt1>
        <a:srgbClr val="E4002B"/>
      </a:lt1>
      <a:dk2>
        <a:srgbClr val="54585A"/>
      </a:dk2>
      <a:lt2>
        <a:srgbClr val="0093B2"/>
      </a:lt2>
      <a:accent1>
        <a:srgbClr val="A6192E"/>
      </a:accent1>
      <a:accent2>
        <a:srgbClr val="B5BD00"/>
      </a:accent2>
      <a:accent3>
        <a:srgbClr val="FF671F"/>
      </a:accent3>
      <a:accent4>
        <a:srgbClr val="003865"/>
      </a:accent4>
      <a:accent5>
        <a:srgbClr val="A7A8AA"/>
      </a:accent5>
      <a:accent6>
        <a:srgbClr val="FFFFFF"/>
      </a:accent6>
      <a:hlink>
        <a:srgbClr val="E4002B"/>
      </a:hlink>
      <a:folHlink>
        <a:srgbClr val="54585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58eb9fdc-3275-4978-b035-7411ffa7fd67" xsi:nil="true"/>
    <_Flow_SignoffStatus xmlns="58eb9fdc-3275-4978-b035-7411ffa7fd67" xsi:nil="true"/>
    <OwnerCategory xmlns="58eb9fdc-3275-4978-b035-7411ffa7fd67" xsi:nil="true"/>
    <FiscalYear xmlns="58eb9fdc-3275-4978-b035-7411ffa7fd67" xsi:nil="true"/>
    <SharedWithUsers xmlns="cacef960-ad8c-43ed-909d-17a7fe565b84">
      <UserInfo>
        <DisplayName>Alicia Milburn</DisplayName>
        <AccountId>607</AccountId>
        <AccountType/>
      </UserInfo>
    </SharedWithUsers>
    <TaxCatchAll xmlns="8b06b382-aad1-4303-b540-6e7040a28fc2" xsi:nil="true"/>
    <lcf76f155ced4ddcb4097134ff3c332f xmlns="58eb9fdc-3275-4978-b035-7411ffa7fd67">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BC312144A8ABF44977CA2172CF11E0C" ma:contentTypeVersion="18" ma:contentTypeDescription="Create a new document." ma:contentTypeScope="" ma:versionID="3cab9917f19d60ba24b3d7bba65145e8">
  <xsd:schema xmlns:xsd="http://www.w3.org/2001/XMLSchema" xmlns:xs="http://www.w3.org/2001/XMLSchema" xmlns:p="http://schemas.microsoft.com/office/2006/metadata/properties" xmlns:ns2="58eb9fdc-3275-4978-b035-7411ffa7fd67" xmlns:ns3="cacef960-ad8c-43ed-909d-17a7fe565b84" xmlns:ns4="8b06b382-aad1-4303-b540-6e7040a28fc2" targetNamespace="http://schemas.microsoft.com/office/2006/metadata/properties" ma:root="true" ma:fieldsID="c0a9dc5ca76c7314a922402e2debdce5" ns2:_="" ns3:_="" ns4:_="">
    <xsd:import namespace="58eb9fdc-3275-4978-b035-7411ffa7fd67"/>
    <xsd:import namespace="cacef960-ad8c-43ed-909d-17a7fe565b84"/>
    <xsd:import namespace="8b06b382-aad1-4303-b540-6e7040a28fc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Status" minOccurs="0"/>
                <xsd:element ref="ns2:MediaServiceAutoKeyPoints" minOccurs="0"/>
                <xsd:element ref="ns2:MediaServiceKeyPoints" minOccurs="0"/>
                <xsd:element ref="ns2:_Flow_SignoffStatus" minOccurs="0"/>
                <xsd:element ref="ns2:OwnerCategory" minOccurs="0"/>
                <xsd:element ref="ns2:FiscalYear"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eb9fdc-3275-4978-b035-7411ffa7fd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Status" ma:index="12" nillable="true" ma:displayName="Status" ma:description="RCA, Corrective Actions and Validation are complete. RCA is considered closed." ma:format="Dropdown" ma:internalName="Status">
      <xsd:simpleType>
        <xsd:restriction base="dms:Choice">
          <xsd:enumeration value="Closed"/>
          <xsd:enumeration value="RCA In Progress"/>
          <xsd:enumeration value="In Customer Review"/>
          <xsd:enumeration value="CMs Incomplete"/>
          <xsd:enumeration value="PDF Version"/>
          <xsd:enumeration value="New"/>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_Flow_SignoffStatus" ma:index="15" nillable="true" ma:displayName="Sign-off status" ma:internalName="Sign_x002d_off_x0020_status">
      <xsd:simpleType>
        <xsd:restriction base="dms:Text"/>
      </xsd:simpleType>
    </xsd:element>
    <xsd:element name="OwnerCategory" ma:index="16" nillable="true" ma:displayName="Owner Category" ma:description="Is this RCA for Janitorial/Grounds? Maintenance? Projects? choose one." ma:format="Dropdown" ma:internalName="OwnerCategory">
      <xsd:simpleType>
        <xsd:restriction base="dms:Choice">
          <xsd:enumeration value="Operations (E&amp;F)"/>
          <xsd:enumeration value="PPS"/>
          <xsd:enumeration value="Projects"/>
          <xsd:enumeration value="Internal"/>
        </xsd:restriction>
      </xsd:simpleType>
    </xsd:element>
    <xsd:element name="FiscalYear" ma:index="17" nillable="true" ma:displayName="Calendar Year" ma:description="RCAs conducted during Toyota fiscal year of April - March" ma:format="Dropdown" ma:internalName="FiscalYear">
      <xsd:simpleType>
        <xsd:restriction base="dms:Text">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5a8603ae-3637-436a-adfc-4f3f468c95e4"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acef960-ad8c-43ed-909d-17a7fe565b8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b06b382-aad1-4303-b540-6e7040a28fc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1275aab6-67e8-4905-b307-66a94a5fca97}" ma:internalName="TaxCatchAll" ma:showField="CatchAllData" ma:web="8b06b382-aad1-4303-b540-6e7040a28fc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634C86-F40A-4428-A0BD-6154B518078F}">
  <ds:schemaRefs>
    <ds:schemaRef ds:uri="http://schemas.microsoft.com/sharepoint/v3/contenttype/forms"/>
  </ds:schemaRefs>
</ds:datastoreItem>
</file>

<file path=customXml/itemProps2.xml><?xml version="1.0" encoding="utf-8"?>
<ds:datastoreItem xmlns:ds="http://schemas.openxmlformats.org/officeDocument/2006/customXml" ds:itemID="{EE572061-48CE-4EA1-B8A1-F23C8F865CEC}">
  <ds:schemaRefs>
    <ds:schemaRef ds:uri="http://purl.org/dc/terms/"/>
    <ds:schemaRef ds:uri="http://schemas.microsoft.com/office/2006/documentManagement/types"/>
    <ds:schemaRef ds:uri="http://purl.org/dc/dcmitype/"/>
    <ds:schemaRef ds:uri="http://www.w3.org/XML/1998/namespace"/>
    <ds:schemaRef ds:uri="http://schemas.microsoft.com/office/infopath/2007/PartnerControls"/>
    <ds:schemaRef ds:uri="http://schemas.openxmlformats.org/package/2006/metadata/core-properties"/>
    <ds:schemaRef ds:uri="cacef960-ad8c-43ed-909d-17a7fe565b84"/>
    <ds:schemaRef ds:uri="http://schemas.microsoft.com/office/2006/metadata/properties"/>
    <ds:schemaRef ds:uri="http://purl.org/dc/elements/1.1/"/>
    <ds:schemaRef ds:uri="58eb9fdc-3275-4978-b035-7411ffa7fd67"/>
    <ds:schemaRef ds:uri="8b06b382-aad1-4303-b540-6e7040a28fc2"/>
  </ds:schemaRefs>
</ds:datastoreItem>
</file>

<file path=customXml/itemProps3.xml><?xml version="1.0" encoding="utf-8"?>
<ds:datastoreItem xmlns:ds="http://schemas.openxmlformats.org/officeDocument/2006/customXml" ds:itemID="{223548EA-0AFB-41DD-9924-578D29C392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eb9fdc-3275-4978-b035-7411ffa7fd67"/>
    <ds:schemaRef ds:uri="cacef960-ad8c-43ed-909d-17a7fe565b84"/>
    <ds:schemaRef ds:uri="8b06b382-aad1-4303-b540-6e7040a28f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bb3c382-541a-4789-80ed-24b21ea5b276}" enabled="1" method="Standard" siteId="{8c642d1d-d709-47b0-ab10-080af10798fb}" removed="0"/>
</clbl:labelList>
</file>

<file path=docProps/app.xml><?xml version="1.0" encoding="utf-8"?>
<Properties xmlns="http://schemas.openxmlformats.org/officeDocument/2006/extended-properties" xmlns:vt="http://schemas.openxmlformats.org/officeDocument/2006/docPropsVTypes">
  <Template/>
  <TotalTime>17057</TotalTime>
  <Words>1227</Words>
  <Application>Microsoft Office PowerPoint</Application>
  <PresentationFormat>Widescreen</PresentationFormat>
  <Paragraphs>290</Paragraphs>
  <Slides>9</Slides>
  <Notes>0</Notes>
  <HiddenSlides>2</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9</vt:i4>
      </vt:variant>
    </vt:vector>
  </HeadingPairs>
  <TitlesOfParts>
    <vt:vector size="19" baseType="lpstr">
      <vt:lpstr>Arial</vt:lpstr>
      <vt:lpstr>Calibri</vt:lpstr>
      <vt:lpstr>Meiyo</vt:lpstr>
      <vt:lpstr>wingdings</vt:lpstr>
      <vt:lpstr>CW Microsoft Theme 1.1</vt:lpstr>
      <vt:lpstr>Content Layouts - No Edge</vt:lpstr>
      <vt:lpstr>6_Content Layouts - No Edge</vt:lpstr>
      <vt:lpstr>1_Content Layouts - No Edge</vt:lpstr>
      <vt:lpstr>4_Content Layouts - No Edge</vt:lpstr>
      <vt:lpstr>2_Content Layouts - No Edge</vt:lpstr>
      <vt:lpstr>Increased Costs Requests Per Site Breakdown  </vt:lpstr>
      <vt:lpstr>PowerPoint Presentation</vt:lpstr>
      <vt:lpstr>PowerPoint Presentation</vt:lpstr>
      <vt:lpstr>PowerPoint Presentation</vt:lpstr>
      <vt:lpstr>PowerPoint Presentation</vt:lpstr>
      <vt:lpstr>PowerPoint Presentation</vt:lpstr>
      <vt:lpstr>PowerPoint Presentation</vt:lpstr>
      <vt:lpstr>Additional Headcount at NAPCK</vt:lpstr>
      <vt:lpstr>Additional Headcount at NAPCK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Various slides for use in C&amp;W presentations.</dc:title>
  <dc:creator>Daily, Krissy</dc:creator>
  <cp:lastModifiedBy>Kevin Fluegeman/USA</cp:lastModifiedBy>
  <cp:revision>87</cp:revision>
  <cp:lastPrinted>2019-06-25T15:22:18Z</cp:lastPrinted>
  <dcterms:created xsi:type="dcterms:W3CDTF">2014-12-01T19:10:47Z</dcterms:created>
  <dcterms:modified xsi:type="dcterms:W3CDTF">2025-11-20T17:28:07Z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bc45d6b7-9faf-473c-b7e7-b45fd35140a7</vt:lpwstr>
  </property>
  <property fmtid="{D5CDD505-2E9C-101B-9397-08002B2CF9AE}" pid="3" name="ContentTypeId">
    <vt:lpwstr>0x0101002BC312144A8ABF44977CA2172CF11E0C</vt:lpwstr>
  </property>
  <property fmtid="{D5CDD505-2E9C-101B-9397-08002B2CF9AE}" pid="4" name="TitusGUID">
    <vt:lpwstr>25293b35-fe3d-4e92-be8f-a28f2058ccc7</vt:lpwstr>
  </property>
  <property fmtid="{D5CDD505-2E9C-101B-9397-08002B2CF9AE}" pid="5" name="ToyotaClassification">
    <vt:lpwstr>PROTECTED</vt:lpwstr>
  </property>
  <property fmtid="{D5CDD505-2E9C-101B-9397-08002B2CF9AE}" pid="6" name="ToyotaVisualMarkings">
    <vt:lpwstr>Top Left</vt:lpwstr>
  </property>
  <property fmtid="{D5CDD505-2E9C-101B-9397-08002B2CF9AE}" pid="7" name="ClassificationContentMarkingHeaderLocations">
    <vt:lpwstr>CW Microsoft Theme 1.1:5\Content Layouts - No Edge:7\6_Content Layouts - No Edge:4\1_Content Layouts - No Edge:4\4_Content Layouts - No Edge:4\2_Content Layouts - No Edge:4</vt:lpwstr>
  </property>
  <property fmtid="{D5CDD505-2E9C-101B-9397-08002B2CF9AE}" pid="8" name="ClassificationContentMarkingHeaderText">
    <vt:lpwstr>•• PROTECTED 関係者外秘</vt:lpwstr>
  </property>
</Properties>
</file>